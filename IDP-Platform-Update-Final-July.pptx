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IDP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high-value developer workflows live in P-1. Wave 2 underway — public cloud workflow conversion and catalog development now in progress.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" y="2514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1F6B4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9536" y="3136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34107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 P-1 · Wave 1 complete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9976" y="2514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1F6B4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08576" y="3136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CONVERSION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8576" y="34107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UI workflows converted to IDP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2514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1F6B4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57616" y="31363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PROGRESS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7616" y="34107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development · CMDB seeding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2628" y="50566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workflows · all live in P-1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· K8s · AD Group · Add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4700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314700" y="50566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CONVERSION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4700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complete: 14/20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parity is the next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6772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76772" y="50566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RECAP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6772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Catalog · Scorecard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one stands today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38844" y="4617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1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038844" y="50566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38844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creation &amp; user management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· COMPLETE · ALL LIVE IN P-1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High-Value Workflows — Delivered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0" y="1280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LIVE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requested developer actions — now fully automated, no ticket, no wait.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" y="16916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E8F5E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3794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0756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2459736"/>
            <a:ext cx="4928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from approved template. Branch protection, team permissions, webhook config — fully automated from a single IDP form submission.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3310128"/>
            <a:ext cx="134233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310128"/>
            <a:ext cx="13423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83587" y="3310128"/>
            <a:ext cx="156728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3587" y="3310128"/>
            <a:ext cx="1567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E8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183794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10528" y="207568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10528" y="2459736"/>
            <a:ext cx="4928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pipeline: namespace, AD groups, PaaS repo, Ops repo, Jenkins folder, Vault repo and pipeline. Email confirmation on completion.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10528" y="3310128"/>
            <a:ext cx="156728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310128"/>
            <a:ext cx="1567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169250" y="3310128"/>
            <a:ext cx="134233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9250" y="3310128"/>
            <a:ext cx="13423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runtime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" y="38862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E8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0325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42702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" y="4654296"/>
            <a:ext cx="4928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Azure AD group provisioned via an API provided by the SailPoint team. No ServiceNow ticket, no wait — instantaneous from the IDP self-service form.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" y="5504688"/>
            <a:ext cx="126735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504688"/>
            <a:ext cx="12673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08606" y="5504688"/>
            <a:ext cx="171724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8606" y="5504688"/>
            <a:ext cx="1717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No wait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54496" y="38862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E8F5EE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032504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10528" y="4270248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510528" y="4654296"/>
            <a:ext cx="4928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user assignment via the same SailPoint-provided API. Validates group and user existence before assignment. Confirmation sent to developer on completion.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10528" y="5504688"/>
            <a:ext cx="126735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5504688"/>
            <a:ext cx="12673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869326" y="5504688"/>
            <a:ext cx="171724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9326" y="5504688"/>
            <a:ext cx="1717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built-in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6355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Public cloud conversion complete (14/20) — payload parity now in focus · IDP Platform · Platform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PUBLIC CLOUD CONVERSION · CONVERSION COMPLETE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Conversion Complete — Payload Parity Next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0" y="1280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converted to IDP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1078992"/>
            <a:ext cx="12188952" cy="5029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→ IDP workflow conversion is complete for 14 of 20 workflows. Remaining gate: match payload submission 1:1 across both systems.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53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Comparison — Application Onboarding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512064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5875">
            <a:solidFill>
              <a:srgbClr val="8FBFA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83080"/>
            <a:ext cx="5120640" cy="347472"/>
          </a:xfrm>
          <a:prstGeom prst="rect">
            <a:avLst/>
          </a:prstGeom>
          <a:solidFill>
            <a:srgbClr val="2D7D4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830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</a:t>
            </a:r>
            <a:endParaRPr lang="en-US" sz="1100" dirty="0"/>
          </a:p>
        </p:txBody>
      </p:sp>
      <p:pic>
        <p:nvPicPr>
          <p:cNvPr id="13" name="Image 0" descr="/home/claude/deck_assets/jarvis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221992"/>
            <a:ext cx="4901184" cy="24963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65392" y="1783080"/>
            <a:ext cx="512064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7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65392" y="1783080"/>
            <a:ext cx="5120640" cy="34747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6" name="Text 13"/>
          <p:cNvSpPr/>
          <p:nvPr/>
        </p:nvSpPr>
        <p:spPr>
          <a:xfrm>
            <a:off x="6565392" y="17830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ONBOARDING (TARGET STATE)</a:t>
            </a:r>
            <a:endParaRPr lang="en-US" sz="1100" dirty="0"/>
          </a:p>
        </p:txBody>
      </p:sp>
      <p:pic>
        <p:nvPicPr>
          <p:cNvPr id="17" name="Image 1" descr="/home/claude/deck_assets/idp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21992"/>
            <a:ext cx="4901184" cy="24963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783580" y="3003804"/>
            <a:ext cx="621792" cy="621792"/>
          </a:xfrm>
          <a:prstGeom prst="ellipse">
            <a:avLst/>
          </a:prstGeom>
          <a:solidFill>
            <a:srgbClr val="5BA872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783580" y="289407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783580" y="325983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317236" y="36987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20 remaining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payload parity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5196" y="5047488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/>
        </p:spPr>
      </p:sp>
      <p:sp>
        <p:nvSpPr>
          <p:cNvPr id="23" name="Text 19"/>
          <p:cNvSpPr/>
          <p:nvPr/>
        </p:nvSpPr>
        <p:spPr>
          <a:xfrm>
            <a:off x="589788" y="513892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1138428" y="51389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automation workflow-driven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138428" y="54498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onboarding action runs through IDP workflows, end to end.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231636" y="5047488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/>
        </p:spPr>
      </p:sp>
      <p:sp>
        <p:nvSpPr>
          <p:cNvPr id="27" name="Text 23"/>
          <p:cNvSpPr/>
          <p:nvPr/>
        </p:nvSpPr>
        <p:spPr>
          <a:xfrm>
            <a:off x="6396228" y="513892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6944868" y="51389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IDP reporting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944868" y="54498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 from IDP directly — no custom reports to maintain.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1" name="Text 27"/>
          <p:cNvSpPr/>
          <p:nvPr/>
        </p:nvSpPr>
        <p:spPr>
          <a:xfrm>
            <a:off x="502920" y="6355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(e.g. chatbot-assisted onboarding) deferred to a later wave  |  IDP Platform · Platform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SERVICE MAPPING · RAPDEV ENGAGEMENT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— Closing the Service Mapping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1078992"/>
            <a:ext cx="12188952" cy="566928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there is no reliable map of which microservices depend on which others. now.yaml closes that gap by registering every microservice as a Configuration Item (CI) in CMDB —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" y="2148840"/>
            <a:ext cx="2514600" cy="2331720"/>
          </a:xfrm>
          <a:prstGeom prst="roundRect">
            <a:avLst>
              <a:gd name="adj" fmla="val 274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75588" y="2377440"/>
            <a:ext cx="585216" cy="585216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9" name="Text 7"/>
          <p:cNvSpPr/>
          <p:nvPr/>
        </p:nvSpPr>
        <p:spPr>
          <a:xfrm>
            <a:off x="127558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" y="350215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microservice declares its identity, ownership, and tags.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25496" y="30861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28416" y="2148840"/>
            <a:ext cx="2514600" cy="2331720"/>
          </a:xfrm>
          <a:prstGeom prst="roundRect">
            <a:avLst>
              <a:gd name="adj" fmla="val 274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3108" y="2377440"/>
            <a:ext cx="585216" cy="585216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15" name="Text 13"/>
          <p:cNvSpPr/>
          <p:nvPr/>
        </p:nvSpPr>
        <p:spPr>
          <a:xfrm>
            <a:off x="429310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6557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Fires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11296" y="350215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event triggers a message based on that declaration.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43016" y="30861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45936" y="2148840"/>
            <a:ext cx="2514600" cy="2331720"/>
          </a:xfrm>
          <a:prstGeom prst="roundRect">
            <a:avLst>
              <a:gd name="adj" fmla="val 274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0628" y="2377440"/>
            <a:ext cx="585216" cy="585216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062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309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28816" y="350215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is sent to ServiceNow, carrying CI and dependency data.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60536" y="30861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363456" y="2148840"/>
            <a:ext cx="2514600" cy="2331720"/>
          </a:xfrm>
          <a:prstGeom prst="roundRect">
            <a:avLst>
              <a:gd name="adj" fmla="val 2745"/>
            </a:avLst>
          </a:prstGeom>
          <a:solidFill>
            <a:srgbClr val="E8F5EE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28148" y="2377440"/>
            <a:ext cx="585216" cy="585216"/>
          </a:xfrm>
          <a:prstGeom prst="ellipse">
            <a:avLst/>
          </a:prstGeom>
          <a:solidFill>
            <a:srgbClr val="1B5E37"/>
          </a:solidFill>
          <a:ln/>
        </p:spPr>
      </p:sp>
      <p:sp>
        <p:nvSpPr>
          <p:cNvPr id="27" name="Text 25"/>
          <p:cNvSpPr/>
          <p:nvPr/>
        </p:nvSpPr>
        <p:spPr>
          <a:xfrm>
            <a:off x="1032814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061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Populated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546336" y="350215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tables are seeded — the microservice and its child services are recorded.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2356" y="480060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1F6B40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" y="4892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runs on tags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0956" y="51846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relationships in CMDB are derived from tags — not a manually maintained relationship table.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7356" y="480060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1F6B40"/>
          </a:solidFill>
          <a:ln/>
        </p:spPr>
      </p:sp>
      <p:sp>
        <p:nvSpPr>
          <p:cNvPr id="34" name="Text 32"/>
          <p:cNvSpPr/>
          <p:nvPr/>
        </p:nvSpPr>
        <p:spPr>
          <a:xfrm>
            <a:off x="6505956" y="4892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build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05956" y="51846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 RapDev, spanning multiple teams across platform and service-owning groups.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355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accurate, automated service mapping — not previously available  |  IDP Platform · Platform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FOUNDATIONS · RECAP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IDP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 before we go deeper on Catalog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" y="169164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" y="17647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D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191256" y="1947672"/>
            <a:ext cx="457200" cy="45720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246888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0664" y="285292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" y="3200400"/>
            <a:ext cx="2935224" cy="0"/>
          </a:xfrm>
          <a:prstGeom prst="line">
            <a:avLst/>
          </a:prstGeom>
          <a:noFill/>
          <a:ln w="12700">
            <a:solidFill>
              <a:srgbClr val="D7E5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3319272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provision K8s namespaces, AD groups, and repos directly through IDP — no tickets, no platform-team hand-offs.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" y="4178808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provisioning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" y="5321808"/>
            <a:ext cx="2935224" cy="329184"/>
          </a:xfrm>
          <a:prstGeom prst="roundRect">
            <a:avLst>
              <a:gd name="adj" fmla="val 50000"/>
            </a:avLst>
          </a:prstGeom>
          <a:solidFill>
            <a:srgbClr val="1B5E37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" y="5321808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 live in P-1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4256" y="169164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17647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D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7077456" y="1947672"/>
            <a:ext cx="457200" cy="45720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246888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26864" y="285292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&amp; system inventory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26864" y="3200400"/>
            <a:ext cx="2935224" cy="0"/>
          </a:xfrm>
          <a:prstGeom prst="line">
            <a:avLst/>
          </a:prstGeom>
          <a:noFill/>
          <a:ln w="12700">
            <a:solidFill>
              <a:srgbClr val="D7E5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319272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service, pipeline, and system is a discoverable entity — ownership, metadata, and relationships in one place.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6864" y="4178808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entities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entities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metadata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5321808"/>
            <a:ext cx="2935224" cy="329184"/>
          </a:xfrm>
          <a:prstGeom prst="roundRect">
            <a:avLst>
              <a:gd name="adj" fmla="val 50000"/>
            </a:avLst>
          </a:prstGeom>
          <a:solidFill>
            <a:srgbClr val="1B5E37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5321808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0456" y="1691640"/>
            <a:ext cx="3520440" cy="4160520"/>
          </a:xfrm>
          <a:prstGeom prst="roundRect">
            <a:avLst>
              <a:gd name="adj" fmla="val 1818"/>
            </a:avLst>
          </a:prstGeom>
          <a:solidFill>
            <a:srgbClr val="E8F5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85048" y="17647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D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28" name="Shape 26"/>
          <p:cNvSpPr/>
          <p:nvPr/>
        </p:nvSpPr>
        <p:spPr>
          <a:xfrm>
            <a:off x="10963656" y="1947672"/>
            <a:ext cx="457200" cy="45720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29" name="Text 27"/>
          <p:cNvSpPr/>
          <p:nvPr/>
        </p:nvSpPr>
        <p:spPr>
          <a:xfrm>
            <a:off x="8513064" y="246888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513064" y="285292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compliance checks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13064" y="3200400"/>
            <a:ext cx="2935224" cy="0"/>
          </a:xfrm>
          <a:prstGeom prst="line">
            <a:avLst/>
          </a:prstGeom>
          <a:noFill/>
          <a:ln w="12700">
            <a:solidFill>
              <a:srgbClr val="D7E5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3064" y="3319272"/>
            <a:ext cx="2935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turn platform standards into a visible, trackable score for every team and system.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13064" y="4178808"/>
            <a:ext cx="2935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</a:t>
            </a:r>
            <a:endParaRPr lang="en-US" sz="1050" dirty="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scoring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13064" y="5321808"/>
            <a:ext cx="2935224" cy="329184"/>
          </a:xfrm>
          <a:prstGeom prst="roundRect">
            <a:avLst>
              <a:gd name="adj" fmla="val 50000"/>
            </a:avLst>
          </a:prstGeom>
          <a:solidFill>
            <a:srgbClr val="1B5E37"/>
          </a:solidFill>
          <a:ln/>
        </p:spPr>
      </p:sp>
      <p:sp>
        <p:nvSpPr>
          <p:cNvPr id="35" name="Text 33"/>
          <p:cNvSpPr/>
          <p:nvPr/>
        </p:nvSpPr>
        <p:spPr>
          <a:xfrm>
            <a:off x="8513064" y="5321808"/>
            <a:ext cx="2935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6355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teams self-serve through Workflow, every result lands in Catalog, and Scorecard keeps it all honest.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IDP CATALOG · TARGETING AUGUST 2026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42062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Everything a Developer Needs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Developer's Morning —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CI/CD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last pipeline run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9522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19522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code quality gate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2304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security posture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6563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6563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right dashboard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3008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Slack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ask who's on-call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3604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33604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Wiki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search for the runbook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37124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 </a:t>
            </a:r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pod health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1102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tools. 7 context switches. Every morning.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37960" y="1207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IDP Catalog — One Service Page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16002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0568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pipeline run — Jenkins or Harness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19522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0568" y="19522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 · coverage · DORA metrics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23042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0568" y="2304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(Wiz)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for this service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6563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30568" y="26563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health · deployments · no kubectl needed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30083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0568" y="3008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or Dynatrace — direct link, right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33604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30568" y="33604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Incidents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on-call · rotation · incident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7124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30568" y="37124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TechDocs  </a:t>
            </a:r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Team-owned docs · versioned with the 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40827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are read-only views — developers use them to switch context, not to edit data.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37960" y="43936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tab. Zero context switching. Everything about your service.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63550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Managing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Users in IDP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AD group creation and user management — no ServiceNow ticket, no wait.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89720" y="13258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F6B40"/>
          </a:solidFill>
          <a:ln w="15875">
            <a:solidFill>
              <a:srgbClr val="5BA8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972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897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RUNTIME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90956" y="39319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F6B40"/>
          </a:solidFill>
          <a:ln w="12700">
            <a:solidFill>
              <a:srgbClr val="3D81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5276" y="4206240"/>
            <a:ext cx="502920" cy="50292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10" name="Text 8"/>
          <p:cNvSpPr/>
          <p:nvPr/>
        </p:nvSpPr>
        <p:spPr>
          <a:xfrm>
            <a:off x="1065276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51076" y="4206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5276" y="4846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new Azure AD group directly from the IDP self-service form — no ticket, no wait.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7356" y="39319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F6B40"/>
          </a:solidFill>
          <a:ln w="12700">
            <a:solidFill>
              <a:srgbClr val="3D81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1676" y="4206240"/>
            <a:ext cx="502920" cy="50292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15" name="Text 13"/>
          <p:cNvSpPr/>
          <p:nvPr/>
        </p:nvSpPr>
        <p:spPr>
          <a:xfrm>
            <a:off x="6551676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37476" y="4206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51676" y="4846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users in the group, individually or in bulk, with validation before assignment.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screen-share now...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Platform Update</dc:title>
  <dc:subject>PptxGenJS Presentation</dc:subject>
  <dc:creator>Platform Engineering</dc:creator>
  <cp:lastModifiedBy>Platform Engineering</cp:lastModifiedBy>
  <cp:revision>1</cp:revision>
  <dcterms:created xsi:type="dcterms:W3CDTF">2026-06-29T20:45:15Z</dcterms:created>
  <dcterms:modified xsi:type="dcterms:W3CDTF">2026-06-29T20:45:15Z</dcterms:modified>
</cp:coreProperties>
</file>
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SERVICE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Service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Accurate.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2677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 — SBOM and live telemetry — continuously validate that every service dependency is declared in now.yaml, keeping ITOM service maps current without manual audits.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347472"/>
            <a:ext cx="3108960" cy="1207008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402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6766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877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in codebase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now.yaml declarations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0" y="1883664"/>
            <a:ext cx="3108960" cy="1207008"/>
          </a:xfrm>
          <a:prstGeom prst="rect">
            <a:avLst/>
          </a:prstGeom>
          <a:solidFill>
            <a:srgbClr val="155030"/>
          </a:solidFill>
          <a:ln w="19050">
            <a:solidFill>
              <a:srgbClr val="E8A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2128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414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APM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now.yaml declarations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0" y="3419856"/>
            <a:ext cx="3108960" cy="65836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4198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ITOM Service Map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49377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272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SIGNALS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Telemetry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66544" y="31272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2066544" y="35844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IN SCOPE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66544" y="3749040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 + now.yaml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67328" y="31272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767328" y="35844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AUTO-EXPIRY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67328" y="3749040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suppressions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49377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41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1536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976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Signals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Telemetry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66544" y="4261104"/>
            <a:ext cx="1536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57984" y="42976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157984" y="455371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Resolution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Suppression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67328" y="4261104"/>
            <a:ext cx="1536192" cy="658368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42976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58768" y="455371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Visibility + Metrics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 ·  TWO INDEPENDENT SIGNALS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Signal Catches — and Why Both Are Needed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3931920" cy="3968496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3931920" cy="5303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9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— SBOM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225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 ·  Build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in the codebase / build artifacts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2194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SBOM scan (syft / cdxgen)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" y="2450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2633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transitive deps, base image artifacts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" y="3072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potential dependency, not confirmed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— catches drift before it reaches prod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" y="3712464"/>
            <a:ext cx="3639312" cy="16459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749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kafka-clients → no Kafka in now.yaml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" y="4096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ojdbc → no Database declared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2064" y="4279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ibm-mq → no Queue declared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4462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jsch → no SFTP declared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932688"/>
            <a:ext cx="3931920" cy="3968496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932688"/>
            <a:ext cx="3931920" cy="53035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9692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— Telemetry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92624" y="1225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Analysis  ·  Datadog / Dynatrace APM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92624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92624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connections observed at runtime in production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92624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2624" y="2194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pull from Datadog / Dynatrace API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92624" y="2450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92624" y="2633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— if APM sees it, it's real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92624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92624" y="3072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ground truth, not inference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92624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92624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drift — closes the ITOM visibility gap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92624" y="3712464"/>
            <a:ext cx="3639312" cy="16459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749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92624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Active DB connection → no Database in now.yaml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92624" y="4096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 consumer metrics → no Kafka declared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92624" y="4279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MQ queue depth → no Queue declared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92624" y="4462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SFTP trace → no SFTP endpoint declared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15968" y="932688"/>
            <a:ext cx="512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596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Service Mapping  ·  Drift Detection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RESOLUTION  ·  TWO-TIER ALERT + SUPPRESSION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Drift is Detected, Classified, and Resolved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3931920" cy="3968496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3931920" cy="475488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9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Possible Drift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207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2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only · No telemetry signal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2064" y="151790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detected in SBOM but no active runtime connection observed in Datadog or Dynatrace. Likely a transitive dependency or base image artifact.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15798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2121408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Low-urgency alert in IDP scorecard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12064" y="248716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63347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" y="2596896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auto-suggests reason code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12064" y="29626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10896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" y="307238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suppresses with one click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12064" y="343814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8444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6384" y="3547872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with 90-day auto-expiry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12064" y="391363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05993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384" y="402336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monitors — if runtime signal appears, suppression lifted automatically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12064" y="4572000"/>
            <a:ext cx="3639312" cy="16459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12064" y="4626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 ·  TRANSITIVE_DEPENDENCY  ·  SHARED_FRAMEWORK_LIB  ·  BASE_IMAGE_ARTIFACT  ·  DEPRECATED_NOT_IN_USE  ·  VENDOR_BUNDLED</a:t>
            </a: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4846320" y="932688"/>
            <a:ext cx="3931920" cy="3968496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846320" y="932688"/>
            <a:ext cx="3931920" cy="475488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992624" y="969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Confirmed Drift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992624" y="1207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Telemetry · Active runtime connection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992624" y="151790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detected in SBOM AND active connection confirmed in Datadog/Dynatrace APM. This is ground truth — the dependency exists in production and is missing from now.yaml.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15798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66944" y="2121408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High-urgency alert — IDP scorecard penalised immediately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992624" y="248716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263347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66944" y="2596896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auto-suppressed — requires team lead approval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992624" y="29626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108960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266944" y="307238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reviews — declare dependency or raise exception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4992624" y="343814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2624" y="3584448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266944" y="3547872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updated — RapDev syncs to ServiceNow CMDB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4992624" y="391363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2624" y="4059936"/>
            <a:ext cx="201168" cy="2011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266944" y="402336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service map updated — blast radius accurate again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4992624" y="4572000"/>
            <a:ext cx="3639312" cy="16459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4992624" y="4626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change record auto-created  ·  Full audit trail in IDP Blast Radius tab</a:t>
            </a:r>
            <a:endParaRPr lang="en-US" sz="750" dirty="0"/>
          </a:p>
        </p:txBody>
      </p:sp>
      <p:sp>
        <p:nvSpPr>
          <p:cNvPr id="47" name="Shape 35"/>
          <p:cNvSpPr/>
          <p:nvPr/>
        </p:nvSpPr>
        <p:spPr>
          <a:xfrm>
            <a:off x="4315968" y="932688"/>
            <a:ext cx="512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4315968" y="272491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49" name="Shape 3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Service Mapping  ·  Drift Detection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 ·  ITOM VISIBILITY + LEADERSHIP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Delivers for the Organisation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SERVICE MAPPING ACCURACY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243584"/>
            <a:ext cx="4114800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35024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service 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service, database, queue, Kafka topic, and SFTP endpoint declared — ITOM Visibility has a full picture of your estate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114800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12848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blast radius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CI goes down, ITOM immediately knows which services are impacted — no manual investigation during a P1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4114800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90672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correlation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328416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AIOps groups related alerts by CI dependencies — one incident, not a flood of individual alerts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877056"/>
            <a:ext cx="4114800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68496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maintained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206240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suppression logged, every change recorded in ServiceNow — full audit trail for risk and compliance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9692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METRICS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243584"/>
            <a:ext cx="4023360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289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CI registration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64608" y="14538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coverage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1335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20k repos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1664208"/>
            <a:ext cx="402336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7099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declaration rate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64608" y="18745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relationships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0" y="1755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of services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084832"/>
            <a:ext cx="4023360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1305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drift rate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64608" y="22951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Telemetry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at steady state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505456"/>
            <a:ext cx="402336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suppression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only alerts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858000" y="2596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by reason code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023360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971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coverage gap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31363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confirmed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58000" y="3017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undeclared runtime deps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346704"/>
            <a:ext cx="402336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392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resolve drift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64608" y="355701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raised → now.yaml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58000" y="3438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48 hours SLA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767328"/>
            <a:ext cx="4023360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8130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completeness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64608" y="39776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scorecard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858000" y="3858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green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4645152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"Accurate service maps across 20,000 repos — drift-detected automatically, resolved with a governed workflow, audit trail in ServiceNow. No manual CMDB audits. When a P1 fires, blast radius is always current."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Map Drift Detection — Capstone</dc:title>
  <dc:subject>PptxGenJS Presentation</dc:subject>
  <dc:creator>PptxGenJS</dc:creator>
  <cp:lastModifiedBy>PptxGenJS</cp:lastModifiedBy>
  <cp:revision>1</cp:revision>
  <dcterms:created xsi:type="dcterms:W3CDTF">2026-06-05T12:01:29Z</dcterms:created>
  <dcterms:modified xsi:type="dcterms:W3CDTF">2026-06-05T12:01:29Z</dcterms:modified>
</cp:coreProperties>
</file>
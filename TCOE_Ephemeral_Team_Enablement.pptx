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TCOE  ·  EPHEMERAL ENVIRONMENT PLATFORM  ·  TEAM ENABLEMENT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5669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Environment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when done.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63347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version-aligned, isolated test environments — provisioned from a single IDP form, certified before use, destroyed automatically at TTL.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25312" y="365760"/>
            <a:ext cx="1517904" cy="107899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5312" y="4206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25312" y="95097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Form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0176" y="115214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complete environment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self-service form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516368" y="365760"/>
            <a:ext cx="1517904" cy="107899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4206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516368" y="95097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Envs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71232" y="115214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gets full isolation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collisions, no data corruption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25312" y="1517904"/>
            <a:ext cx="1517904" cy="107899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57276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925312" y="21031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Auto-Destroy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0176" y="23042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torn down automatically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left behind at expiry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516368" y="1517904"/>
            <a:ext cx="1517904" cy="107899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157276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16368" y="21031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Coverage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71232" y="23042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· EC2 · MQ · DB · SFTP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Mock Payments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255264"/>
            <a:ext cx="841248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64992"/>
            <a:ext cx="2679192" cy="658368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40156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" y="362102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frozen at creation — no runtime changes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27832" y="3364992"/>
            <a:ext cx="2679192" cy="658368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40156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env_id Tagged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362102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scoped — K8s, DB, MQ, SFTP, EC2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9904" y="3364992"/>
            <a:ext cx="2679192" cy="658368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40156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Only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62102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SWIFT/EPP never connected — deterministic scenarios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1330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is the orchestrator — it triggers and coordinates. Platform teams own their own infrastructure.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 ·  IDP SELF-SERVICE  ·  CERTIFIED BEFORE 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IDP Form to Certified Environment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2615184" cy="39684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2615184" cy="40233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692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IDP 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170432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4 fields. Nothing else.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1444752"/>
            <a:ext cx="2359152" cy="58521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48132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3504" y="164592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" y="182880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registered services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93776" y="2103120"/>
            <a:ext cx="2359152" cy="58521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13969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3504" y="230428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" y="248716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against Nexus artifact store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3776" y="2761488"/>
            <a:ext cx="2359152" cy="58521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79806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" y="296265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/ 24 hours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" y="31455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auto-destroys at expiry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93776" y="3419856"/>
            <a:ext cx="2359152" cy="58521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45643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36210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" y="380390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Block · Timeout · Decline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93776" y="4151376"/>
            <a:ext cx="2359152" cy="31089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415137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  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3580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547872" y="932688"/>
            <a:ext cx="2157984" cy="3968496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47872" y="932688"/>
            <a:ext cx="2157984" cy="40233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9692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IDP Does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75888" y="117043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everything in parallel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75888" y="1444752"/>
            <a:ext cx="19019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572768"/>
            <a:ext cx="182880" cy="1828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3986784" y="149961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Nexus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artifact exists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535424" y="193852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3675888" y="2011680"/>
            <a:ext cx="19019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39696"/>
            <a:ext cx="182880" cy="18288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986784" y="206654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registry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fast on mismatch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4535424" y="2505456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3675888" y="2578608"/>
            <a:ext cx="19019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706624"/>
            <a:ext cx="182880" cy="18288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986784" y="263347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major environments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4535424" y="307238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44" name="Shape 39"/>
          <p:cNvSpPr/>
          <p:nvPr/>
        </p:nvSpPr>
        <p:spPr>
          <a:xfrm>
            <a:off x="3675888" y="3145536"/>
            <a:ext cx="19019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273552"/>
            <a:ext cx="182880" cy="1828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3986784" y="320040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env_id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frozen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4535424" y="363931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48" name="Shape 42"/>
          <p:cNvSpPr/>
          <p:nvPr/>
        </p:nvSpPr>
        <p:spPr>
          <a:xfrm>
            <a:off x="3675888" y="3712464"/>
            <a:ext cx="19019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840480"/>
            <a:ext cx="182880" cy="18288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3986784" y="3767328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infra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pipelines in parallel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4535424" y="420624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52" name="Shape 45"/>
          <p:cNvSpPr/>
          <p:nvPr/>
        </p:nvSpPr>
        <p:spPr>
          <a:xfrm>
            <a:off x="3675888" y="4279392"/>
            <a:ext cx="19019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4407408"/>
            <a:ext cx="182880" cy="18288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3986784" y="433425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Certifies if pass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57607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6" name="Shape 48"/>
          <p:cNvSpPr/>
          <p:nvPr/>
        </p:nvSpPr>
        <p:spPr>
          <a:xfrm>
            <a:off x="6272784" y="932688"/>
            <a:ext cx="2505456" cy="3968496"/>
          </a:xfrm>
          <a:prstGeom prst="rect">
            <a:avLst/>
          </a:prstGeom>
          <a:solidFill>
            <a:srgbClr val="1B5E37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6272784" y="932688"/>
            <a:ext cx="2505456" cy="4023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6400800" y="96926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Gets</a:t>
            </a:r>
            <a:endParaRPr 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6400800" y="1170432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Isolated · Version-aligned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6400800" y="1444752"/>
            <a:ext cx="2249424" cy="47548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6492240" y="148132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62" name="Text 54"/>
          <p:cNvSpPr/>
          <p:nvPr/>
        </p:nvSpPr>
        <p:spPr>
          <a:xfrm>
            <a:off x="6492240" y="16459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loan-v1-abc123.test.com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6400800" y="1993392"/>
            <a:ext cx="2249424" cy="47548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6492240" y="202996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750" dirty="0"/>
          </a:p>
        </p:txBody>
      </p:sp>
      <p:sp>
        <p:nvSpPr>
          <p:cNvPr id="65" name="Text 57"/>
          <p:cNvSpPr/>
          <p:nvPr/>
        </p:nvSpPr>
        <p:spPr>
          <a:xfrm>
            <a:off x="6492240" y="219456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X-Test-Env: loan-v1-abc123</a:t>
            </a:r>
            <a:endParaRPr lang="en-US" sz="800" dirty="0"/>
          </a:p>
        </p:txBody>
      </p:sp>
      <p:sp>
        <p:nvSpPr>
          <p:cNvPr id="66" name="Shape 58"/>
          <p:cNvSpPr/>
          <p:nvPr/>
        </p:nvSpPr>
        <p:spPr>
          <a:xfrm>
            <a:off x="6400800" y="2542032"/>
            <a:ext cx="2249424" cy="47548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6492240" y="25786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750" dirty="0"/>
          </a:p>
        </p:txBody>
      </p:sp>
      <p:sp>
        <p:nvSpPr>
          <p:cNvPr id="68" name="Text 60"/>
          <p:cNvSpPr/>
          <p:nvPr/>
        </p:nvSpPr>
        <p:spPr>
          <a:xfrm>
            <a:off x="6492240" y="27432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env-loan-v1-abc123</a:t>
            </a:r>
            <a:endParaRPr lang="en-US" sz="800" dirty="0"/>
          </a:p>
        </p:txBody>
      </p:sp>
      <p:sp>
        <p:nvSpPr>
          <p:cNvPr id="69" name="Shape 61"/>
          <p:cNvSpPr/>
          <p:nvPr/>
        </p:nvSpPr>
        <p:spPr>
          <a:xfrm>
            <a:off x="6400800" y="3090672"/>
            <a:ext cx="2249424" cy="47548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6492240" y="312724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</a:t>
            </a:r>
            <a:endParaRPr lang="en-US" sz="750" dirty="0"/>
          </a:p>
        </p:txBody>
      </p:sp>
      <p:sp>
        <p:nvSpPr>
          <p:cNvPr id="71" name="Text 63"/>
          <p:cNvSpPr/>
          <p:nvPr/>
        </p:nvSpPr>
        <p:spPr>
          <a:xfrm>
            <a:off x="6492240" y="329184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loan_env_abc123</a:t>
            </a:r>
            <a:endParaRPr lang="en-US" sz="800" dirty="0"/>
          </a:p>
        </p:txBody>
      </p:sp>
      <p:sp>
        <p:nvSpPr>
          <p:cNvPr id="72" name="Shape 64"/>
          <p:cNvSpPr/>
          <p:nvPr/>
        </p:nvSpPr>
        <p:spPr>
          <a:xfrm>
            <a:off x="6400800" y="3639312"/>
            <a:ext cx="2249424" cy="47548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6492240" y="367588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Prefix</a:t>
            </a:r>
            <a:endParaRPr lang="en-US" sz="750" dirty="0"/>
          </a:p>
        </p:txBody>
      </p:sp>
      <p:sp>
        <p:nvSpPr>
          <p:cNvPr id="74" name="Text 66"/>
          <p:cNvSpPr/>
          <p:nvPr/>
        </p:nvSpPr>
        <p:spPr>
          <a:xfrm>
            <a:off x="6492240" y="384048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env-loan-v1-abc123.*</a:t>
            </a:r>
            <a:endParaRPr lang="en-US" sz="800" dirty="0"/>
          </a:p>
        </p:txBody>
      </p:sp>
      <p:sp>
        <p:nvSpPr>
          <p:cNvPr id="75" name="Shape 67"/>
          <p:cNvSpPr/>
          <p:nvPr/>
        </p:nvSpPr>
        <p:spPr>
          <a:xfrm>
            <a:off x="6400800" y="4187952"/>
            <a:ext cx="2249424" cy="47548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6492240" y="422452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Path</a:t>
            </a:r>
            <a:endParaRPr lang="en-US" sz="750" dirty="0"/>
          </a:p>
        </p:txBody>
      </p:sp>
      <p:sp>
        <p:nvSpPr>
          <p:cNvPr id="77" name="Text 69"/>
          <p:cNvSpPr/>
          <p:nvPr/>
        </p:nvSpPr>
        <p:spPr>
          <a:xfrm>
            <a:off x="6492240" y="43891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/sftp/test/env-loan-v1..</a:t>
            </a:r>
            <a:endParaRPr lang="en-US" sz="800" dirty="0"/>
          </a:p>
        </p:txBody>
      </p:sp>
      <p:sp>
        <p:nvSpPr>
          <p:cNvPr id="78" name="Shape 70"/>
          <p:cNvSpPr/>
          <p:nvPr/>
        </p:nvSpPr>
        <p:spPr>
          <a:xfrm>
            <a:off x="6400800" y="4553712"/>
            <a:ext cx="2249424" cy="25603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6400800" y="455371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Certified · Ready to test</a:t>
            </a:r>
            <a:endParaRPr lang="en-US" sz="950" dirty="0"/>
          </a:p>
        </p:txBody>
      </p:sp>
      <p:sp>
        <p:nvSpPr>
          <p:cNvPr id="80" name="Shape 72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81" name="Text 73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TCOE  ·  Ephemeral Environment Platform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 ·  EVERY COMPONENT  ·  SCOPED TO YOUR ENV_ID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Application Needs — All Isolated to You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69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env_id: env-loan-v1-abc123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969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below is tagged with this ID — isolated from all other environments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2679192" cy="1499616"/>
          </a:xfrm>
          <a:prstGeom prst="rect">
            <a:avLst/>
          </a:prstGeom>
          <a:solidFill>
            <a:srgbClr val="1B5E37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9961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481328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Namespace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7190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env-loan-v1-abc123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93776" y="193852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Loan App v1.0.0 deployed via Helm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3776" y="2139696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Person App v2.3.0 in same namespace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3776" y="234086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Mock Payments service (SWIFT/EPP)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2679192" cy="256032"/>
          </a:xfrm>
          <a:prstGeom prst="rect">
            <a:avLst/>
          </a:prstGeom>
          <a:solidFill>
            <a:srgbClr val="155030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517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services, config maps all scoped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27832" y="1408176"/>
            <a:ext cx="2679192" cy="1499616"/>
          </a:xfrm>
          <a:prstGeom prst="rect">
            <a:avLst/>
          </a:prstGeom>
          <a:solidFill>
            <a:srgbClr val="1B5E37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49961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85032" y="1481328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85032" y="17190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loan_env_abc123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355848" y="193852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Cloned from masked production snapshot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355848" y="2139696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Schema name includes env_id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355848" y="234086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cross-environment writes possible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27832" y="2651760"/>
            <a:ext cx="2679192" cy="25603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19272" y="26517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pool if clone &gt; 15 min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6089904" y="1408176"/>
            <a:ext cx="2679192" cy="1499616"/>
          </a:xfrm>
          <a:prstGeom prst="rect">
            <a:avLst/>
          </a:prstGeom>
          <a:solidFill>
            <a:srgbClr val="1B5E37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99616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47104" y="1481328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 Queues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547104" y="17190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env-loan-v1-abc123.*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6217920" y="193852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Dedicated queue prefix per environment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217920" y="2139696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Connection string returned to IDP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217920" y="234086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MQ team owns the automation API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089904" y="2651760"/>
            <a:ext cx="2679192" cy="25603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181344" y="26517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prefix isolates all messages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65760" y="3035808"/>
            <a:ext cx="2679192" cy="1499616"/>
          </a:xfrm>
          <a:prstGeom prst="rect">
            <a:avLst/>
          </a:prstGeom>
          <a:solidFill>
            <a:srgbClr val="1B5E37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127248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22960" y="3108960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822960" y="334670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env_id tag applied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493776" y="3566160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Parameterised Terraform via Harness API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493776" y="376732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assets tagged with env_id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493776" y="3968496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Destroy pipeline triggered at TTL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365760" y="4279392"/>
            <a:ext cx="2679192" cy="25603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57200" y="42793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provision SLA — pool if needed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3227832" y="3035808"/>
            <a:ext cx="2679192" cy="1499616"/>
          </a:xfrm>
          <a:prstGeom prst="rect">
            <a:avLst/>
          </a:prstGeom>
          <a:solidFill>
            <a:srgbClr val="1B5E37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127248"/>
            <a:ext cx="256032" cy="25603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685032" y="3108960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Endpoint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3685032" y="334670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/sftp/test/env-loan-v1-abc123/</a:t>
            </a:r>
            <a:endParaRPr lang="en-US" sz="750" dirty="0"/>
          </a:p>
        </p:txBody>
      </p:sp>
      <p:sp>
        <p:nvSpPr>
          <p:cNvPr id="48" name="Text 41"/>
          <p:cNvSpPr/>
          <p:nvPr/>
        </p:nvSpPr>
        <p:spPr>
          <a:xfrm>
            <a:off x="3355848" y="3566160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Unique folder per environment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3355848" y="376732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Credentials generated on provision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3355848" y="3968496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Credentials revoked on destroy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3227832" y="4279392"/>
            <a:ext cx="2679192" cy="25603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3319272" y="42793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integration in the stack</a:t>
            </a:r>
            <a:endParaRPr lang="en-US" sz="750" dirty="0"/>
          </a:p>
        </p:txBody>
      </p:sp>
      <p:sp>
        <p:nvSpPr>
          <p:cNvPr id="53" name="Shape 46"/>
          <p:cNvSpPr/>
          <p:nvPr/>
        </p:nvSpPr>
        <p:spPr>
          <a:xfrm>
            <a:off x="6089904" y="3035808"/>
            <a:ext cx="2679192" cy="1499616"/>
          </a:xfrm>
          <a:prstGeom prst="rect">
            <a:avLst/>
          </a:prstGeom>
          <a:solidFill>
            <a:srgbClr val="1B5E37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27248"/>
            <a:ext cx="256032" cy="256032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6547104" y="3108960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Route</a:t>
            </a:r>
            <a:endParaRPr lang="en-US" sz="1100" dirty="0"/>
          </a:p>
        </p:txBody>
      </p:sp>
      <p:sp>
        <p:nvSpPr>
          <p:cNvPr id="56" name="Text 48"/>
          <p:cNvSpPr/>
          <p:nvPr/>
        </p:nvSpPr>
        <p:spPr>
          <a:xfrm>
            <a:off x="6547104" y="334670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loan-v1-abc123.test.company.com</a:t>
            </a:r>
            <a:endParaRPr lang="en-US" sz="750" dirty="0"/>
          </a:p>
        </p:txBody>
      </p:sp>
      <p:sp>
        <p:nvSpPr>
          <p:cNvPr id="57" name="Text 49"/>
          <p:cNvSpPr/>
          <p:nvPr/>
        </p:nvSpPr>
        <p:spPr>
          <a:xfrm>
            <a:off x="6217920" y="3566160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Route scoped to env_id</a:t>
            </a:r>
            <a:endParaRPr lang="en-US" sz="850" dirty="0"/>
          </a:p>
        </p:txBody>
      </p:sp>
      <p:sp>
        <p:nvSpPr>
          <p:cNvPr id="58" name="Text 50"/>
          <p:cNvSpPr/>
          <p:nvPr/>
        </p:nvSpPr>
        <p:spPr>
          <a:xfrm>
            <a:off x="6217920" y="376732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X-Test-Env header on all requests</a:t>
            </a:r>
            <a:endParaRPr lang="en-US" sz="850" dirty="0"/>
          </a:p>
        </p:txBody>
      </p:sp>
      <p:sp>
        <p:nvSpPr>
          <p:cNvPr id="59" name="Text 51"/>
          <p:cNvSpPr/>
          <p:nvPr/>
        </p:nvSpPr>
        <p:spPr>
          <a:xfrm>
            <a:off x="6217920" y="3968496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Version-pinned — no transformation</a:t>
            </a:r>
            <a:endParaRPr lang="en-US" sz="850" dirty="0"/>
          </a:p>
        </p:txBody>
      </p:sp>
      <p:sp>
        <p:nvSpPr>
          <p:cNvPr id="60" name="Shape 52"/>
          <p:cNvSpPr/>
          <p:nvPr/>
        </p:nvSpPr>
        <p:spPr>
          <a:xfrm>
            <a:off x="6089904" y="4279392"/>
            <a:ext cx="2679192" cy="256032"/>
          </a:xfrm>
          <a:prstGeom prst="rect">
            <a:avLst/>
          </a:prstGeom>
          <a:solidFill>
            <a:srgbClr val="155030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6181344" y="42793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Deregistered automatically at cleanup</a:t>
            </a:r>
            <a:endParaRPr lang="en-US" sz="750" dirty="0"/>
          </a:p>
        </p:txBody>
      </p:sp>
      <p:sp>
        <p:nvSpPr>
          <p:cNvPr id="62" name="Shape 54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TCOE  ·  Ephemeral Environment Platform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 ·  AUTO-DESTROY  ·  ORPHAN DETECTION  ·  NOTHING LEFT BEHIND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Is Automatic. Nothing Left Behind.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2798064" cy="393192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50976"/>
            <a:ext cx="2798064" cy="40233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875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TTL Expiry — All Resources Purged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" y="1481328"/>
            <a:ext cx="254203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9105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5179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deleted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1719072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· services · config maps removed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3776" y="2011680"/>
            <a:ext cx="254203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2140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204825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dropped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22960" y="22494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Env-scoped schema purged · no residual data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93776" y="2542032"/>
            <a:ext cx="254203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5176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257860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Queues removed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22960" y="277977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Env-scoped queue prefix cleared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93776" y="3072384"/>
            <a:ext cx="254203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82112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10896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Folder deleted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822960" y="331012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revoked immediately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93776" y="3602736"/>
            <a:ext cx="254203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12464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3639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Terminated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822960" y="384048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pipeline · all tags confirmed cleared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493776" y="4133088"/>
            <a:ext cx="254203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42816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22960" y="41696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deregistered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822960" y="4370832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removed · route cleared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3346704" y="950976"/>
            <a:ext cx="2340864" cy="3931920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346704" y="950976"/>
            <a:ext cx="2340864" cy="4023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474720" y="98755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Test — Revalidation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3474720" y="1444752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certified environment can degrade between provisioning and test execution. This step catches that.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474720" y="2011680"/>
            <a:ext cx="2084832" cy="548640"/>
          </a:xfrm>
          <a:prstGeom prst="rect">
            <a:avLst/>
          </a:prstGeom>
          <a:solidFill>
            <a:srgbClr val="1A3D28"/>
          </a:solidFill>
          <a:ln w="6350">
            <a:solidFill>
              <a:srgbClr val="5BA872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2157984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785616" y="206654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credentials valid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tokens checked for expiry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3474720" y="2633472"/>
            <a:ext cx="2084832" cy="548640"/>
          </a:xfrm>
          <a:prstGeom prst="rect">
            <a:avLst/>
          </a:prstGeom>
          <a:solidFill>
            <a:srgbClr val="1A3D28"/>
          </a:solidFill>
          <a:ln w="6350">
            <a:solidFill>
              <a:srgbClr val="5BA872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277977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785616" y="268833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reachable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queue connection confirmed live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3474720" y="3255264"/>
            <a:ext cx="2084832" cy="548640"/>
          </a:xfrm>
          <a:prstGeom prst="rect">
            <a:avLst/>
          </a:prstGeom>
          <a:solidFill>
            <a:srgbClr val="1A3D28"/>
          </a:solidFill>
          <a:ln w="6350">
            <a:solidFill>
              <a:srgbClr val="5BA872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3401568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3785616" y="331012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intact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endpoint resolves and responds</a:t>
            </a:r>
            <a:endParaRPr lang="en-US" sz="850" dirty="0"/>
          </a:p>
        </p:txBody>
      </p:sp>
      <p:sp>
        <p:nvSpPr>
          <p:cNvPr id="45" name="Shape 34"/>
          <p:cNvSpPr/>
          <p:nvPr/>
        </p:nvSpPr>
        <p:spPr>
          <a:xfrm>
            <a:off x="3474720" y="3877056"/>
            <a:ext cx="2084832" cy="548640"/>
          </a:xfrm>
          <a:prstGeom prst="rect">
            <a:avLst/>
          </a:prstGeom>
          <a:solidFill>
            <a:srgbClr val="1A3D28"/>
          </a:solidFill>
          <a:ln w="6350">
            <a:solidFill>
              <a:srgbClr val="E8A455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7872" y="4023360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3785616" y="39319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alive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schema accessible and writeable</a:t>
            </a:r>
            <a:endParaRPr lang="en-US" sz="850" dirty="0"/>
          </a:p>
        </p:txBody>
      </p:sp>
      <p:sp>
        <p:nvSpPr>
          <p:cNvPr id="48" name="Shape 36"/>
          <p:cNvSpPr/>
          <p:nvPr/>
        </p:nvSpPr>
        <p:spPr>
          <a:xfrm>
            <a:off x="3474720" y="4535424"/>
            <a:ext cx="2084832" cy="25603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3474720" y="453542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= test blocked. Team notified.</a:t>
            </a:r>
            <a:endParaRPr lang="en-US" sz="850" dirty="0"/>
          </a:p>
        </p:txBody>
      </p:sp>
      <p:sp>
        <p:nvSpPr>
          <p:cNvPr id="50" name="Shape 38"/>
          <p:cNvSpPr/>
          <p:nvPr/>
        </p:nvSpPr>
        <p:spPr>
          <a:xfrm>
            <a:off x="5870448" y="950976"/>
            <a:ext cx="2907792" cy="393192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5870448" y="950976"/>
            <a:ext cx="2907792" cy="40233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5998464" y="9875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Detection + Governance</a:t>
            </a:r>
            <a:endParaRPr lang="en-US" sz="1050" dirty="0"/>
          </a:p>
        </p:txBody>
      </p:sp>
      <p:sp>
        <p:nvSpPr>
          <p:cNvPr id="53" name="Text 41"/>
          <p:cNvSpPr/>
          <p:nvPr/>
        </p:nvSpPr>
        <p:spPr>
          <a:xfrm>
            <a:off x="5998464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orphan detector job — independent of TTL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5998464" y="1847088"/>
            <a:ext cx="2651760" cy="420624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55" name="Text 43"/>
          <p:cNvSpPr/>
          <p:nvPr/>
        </p:nvSpPr>
        <p:spPr>
          <a:xfrm>
            <a:off x="6089904" y="18470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Any resource tagged with an env_id where the IDP environment record is failed or expired is flagged for manual review</a:t>
            </a:r>
            <a:endParaRPr lang="en-US" sz="850" dirty="0"/>
          </a:p>
        </p:txBody>
      </p:sp>
      <p:sp>
        <p:nvSpPr>
          <p:cNvPr id="56" name="Shape 44"/>
          <p:cNvSpPr/>
          <p:nvPr/>
        </p:nvSpPr>
        <p:spPr>
          <a:xfrm>
            <a:off x="5998464" y="2340864"/>
            <a:ext cx="2651760" cy="420624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>
            <a:off x="6089904" y="234086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Protects against resource accumulation from failed provisioning runs</a:t>
            </a:r>
            <a:endParaRPr lang="en-US" sz="850" dirty="0"/>
          </a:p>
        </p:txBody>
      </p:sp>
      <p:sp>
        <p:nvSpPr>
          <p:cNvPr id="58" name="Shape 46"/>
          <p:cNvSpPr/>
          <p:nvPr/>
        </p:nvSpPr>
        <p:spPr>
          <a:xfrm>
            <a:off x="5998464" y="2834640"/>
            <a:ext cx="2651760" cy="420624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59" name="Text 47"/>
          <p:cNvSpPr/>
          <p:nvPr/>
        </p:nvSpPr>
        <p:spPr>
          <a:xfrm>
            <a:off x="6089904" y="283464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Runs independently — catches leaks that TTL didn't trigger</a:t>
            </a:r>
            <a:endParaRPr lang="en-US" sz="850" dirty="0"/>
          </a:p>
        </p:txBody>
      </p:sp>
      <p:sp>
        <p:nvSpPr>
          <p:cNvPr id="60" name="Shape 48"/>
          <p:cNvSpPr/>
          <p:nvPr/>
        </p:nvSpPr>
        <p:spPr>
          <a:xfrm>
            <a:off x="5998464" y="3364992"/>
            <a:ext cx="265176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5998464" y="34381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</a:t>
            </a:r>
            <a:endParaRPr lang="en-US" sz="950" dirty="0"/>
          </a:p>
        </p:txBody>
      </p:sp>
      <p:sp>
        <p:nvSpPr>
          <p:cNvPr id="62" name="Text 50"/>
          <p:cNvSpPr/>
          <p:nvPr/>
        </p:nvSpPr>
        <p:spPr>
          <a:xfrm>
            <a:off x="5998464" y="36758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Request environment via IDP form only</a:t>
            </a:r>
            <a:endParaRPr lang="en-US" sz="850" dirty="0"/>
          </a:p>
        </p:txBody>
      </p:sp>
      <p:sp>
        <p:nvSpPr>
          <p:cNvPr id="63" name="Text 51"/>
          <p:cNvSpPr/>
          <p:nvPr/>
        </p:nvSpPr>
        <p:spPr>
          <a:xfrm>
            <a:off x="5998464" y="3913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 not manually modify env resources</a:t>
            </a:r>
            <a:endParaRPr lang="en-US" sz="850" dirty="0"/>
          </a:p>
        </p:txBody>
      </p:sp>
      <p:sp>
        <p:nvSpPr>
          <p:cNvPr id="64" name="Text 52"/>
          <p:cNvSpPr/>
          <p:nvPr/>
        </p:nvSpPr>
        <p:spPr>
          <a:xfrm>
            <a:off x="5998464" y="41513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Raise extension request before TTL expires</a:t>
            </a:r>
            <a:endParaRPr lang="en-US" sz="850" dirty="0"/>
          </a:p>
        </p:txBody>
      </p:sp>
      <p:sp>
        <p:nvSpPr>
          <p:cNvPr id="65" name="Text 53"/>
          <p:cNvSpPr/>
          <p:nvPr/>
        </p:nvSpPr>
        <p:spPr>
          <a:xfrm>
            <a:off x="5998464" y="4389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Report orphaned resources via IDP workflow</a:t>
            </a:r>
            <a:endParaRPr lang="en-US" sz="850" dirty="0"/>
          </a:p>
        </p:txBody>
      </p:sp>
      <p:sp>
        <p:nvSpPr>
          <p:cNvPr id="66" name="Shape 54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TCOE — Ephemeral Environment Platform</dc:title>
  <dc:subject>PptxGenJS Presentation</dc:subject>
  <dc:creator>PptxGenJS</dc:creator>
  <cp:lastModifiedBy>PptxGenJS</cp:lastModifiedBy>
  <cp:revision>1</cp:revision>
  <dcterms:created xsi:type="dcterms:W3CDTF">2026-06-07T13:52:53Z</dcterms:created>
  <dcterms:modified xsi:type="dcterms:W3CDTF">2026-06-07T13:52:53Z</dcterms:modified>
</cp:coreProperties>
</file>
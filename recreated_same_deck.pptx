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9144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vs IDP — Shared Backend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585216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Backend. Different Front Door.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0607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D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 and IDP call the identical AWS API and the identical Jenkins/Harness pipelines. Only how the UI is built and deployed changes.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426464"/>
            <a:ext cx="8503920" cy="1828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Jarvis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 w="12700">
            <a:solidFill>
              <a:srgbClr val="E898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883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application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21214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frontend — built &amp; deployed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18288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883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UI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0" y="21214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form — no custom build or deploy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395728"/>
            <a:ext cx="274320" cy="256032"/>
          </a:xfrm>
          <a:prstGeom prst="down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395728"/>
            <a:ext cx="274320" cy="256032"/>
          </a:xfrm>
          <a:prstGeom prst="down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43200"/>
            <a:ext cx="8138160" cy="1783080"/>
          </a:xfrm>
          <a:prstGeom prst="roundRect">
            <a:avLst>
              <a:gd name="adj" fmla="val 5128"/>
            </a:avLst>
          </a:prstGeom>
          <a:solidFill>
            <a:srgbClr val="F7F7F5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16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017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API, same orchestration, same pipelines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32461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2918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— AWS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834640" y="35112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backend, called by both UIs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34840" y="3749040"/>
            <a:ext cx="274320" cy="237744"/>
          </a:xfrm>
          <a:prstGeom prst="down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4041648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4041648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078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261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execution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17520" y="3913632"/>
            <a:ext cx="3108960" cy="32004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99232" y="3913632"/>
            <a:ext cx="32004" cy="12801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3913632"/>
            <a:ext cx="32004" cy="128016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2026-06-18T03:06:58Z</dcterms:created>
  <dcterms:modified xsi:type="dcterms:W3CDTF">2026-06-18T03:06:58Z</dcterms:modified>
</cp:coreProperties>
</file>
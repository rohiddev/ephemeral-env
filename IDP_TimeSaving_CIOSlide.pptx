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Time Savings — Per Developer, Per Day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554480" cy="45720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RTB Capstone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4297680" cy="420624"/>
          </a:xfrm>
          <a:prstGeom prst="rect">
            <a:avLst/>
          </a:prstGeom>
          <a:solidFill>
            <a:srgbClr val="4A6358"/>
          </a:solidFill>
          <a:ln w="12700">
            <a:solidFill>
              <a:srgbClr val="4A63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1323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Without IDP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713232"/>
            <a:ext cx="4297680" cy="420624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71323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With IDP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1170432"/>
            <a:ext cx="429768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17043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or Lens to check pod health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70432"/>
            <a:ext cx="4297680" cy="292608"/>
          </a:xfrm>
          <a:prstGeom prst="rect">
            <a:avLst/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70432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tab — live pods in browser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1481328"/>
            <a:ext cx="4297680" cy="292608"/>
          </a:xfrm>
          <a:prstGeom prst="rect">
            <a:avLst/>
          </a:prstGeom>
          <a:solidFill>
            <a:srgbClr val="D4EAD9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148132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Wiz portal for security posture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481328"/>
            <a:ext cx="4297680" cy="292608"/>
          </a:xfrm>
          <a:prstGeom prst="rect">
            <a:avLst/>
          </a:prstGeom>
          <a:solidFill>
            <a:srgbClr val="C8E3C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8132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 tab — issues + severity chart inline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1792224"/>
            <a:ext cx="429768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179222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SonarQube for code quality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792224"/>
            <a:ext cx="4297680" cy="292608"/>
          </a:xfrm>
          <a:prstGeom prst="rect">
            <a:avLst/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792224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tab — live gate + metrics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2103120"/>
            <a:ext cx="4297680" cy="292608"/>
          </a:xfrm>
          <a:prstGeom prst="rect">
            <a:avLst/>
          </a:prstGeom>
          <a:solidFill>
            <a:srgbClr val="D4EAD9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1031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Datadog / Dynatrace for observability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103120"/>
            <a:ext cx="4297680" cy="292608"/>
          </a:xfrm>
          <a:prstGeom prst="rect">
            <a:avLst/>
          </a:prstGeom>
          <a:solidFill>
            <a:srgbClr val="C8E3C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10312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tab — direct links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2414016"/>
            <a:ext cx="429768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41401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for on-call + incidents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414016"/>
            <a:ext cx="4297680" cy="292608"/>
          </a:xfrm>
          <a:prstGeom prst="rect">
            <a:avLst/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41401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tab — rotation + last incident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2724912"/>
            <a:ext cx="4297680" cy="292608"/>
          </a:xfrm>
          <a:prstGeom prst="rect">
            <a:avLst/>
          </a:prstGeom>
          <a:solidFill>
            <a:srgbClr val="D4EAD9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272491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console for spend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724912"/>
            <a:ext cx="4297680" cy="292608"/>
          </a:xfrm>
          <a:prstGeom prst="rect">
            <a:avLst/>
          </a:prstGeom>
          <a:solidFill>
            <a:srgbClr val="C8E3C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724912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tab — K8s + AWS monthly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8600" y="3035808"/>
            <a:ext cx="4297680" cy="292608"/>
          </a:xfrm>
          <a:prstGeom prst="rect">
            <a:avLst/>
          </a:prstGeom>
          <a:solidFill>
            <a:srgbClr val="F7F9F8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303580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/ Harness — check CI/CD job status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035808"/>
            <a:ext cx="4297680" cy="292608"/>
          </a:xfrm>
          <a:prstGeom prst="rect">
            <a:avLst/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03580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tab — Jenkins + Harness job health unified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8600" y="3346704"/>
            <a:ext cx="4297680" cy="292608"/>
          </a:xfrm>
          <a:prstGeom prst="rect">
            <a:avLst/>
          </a:prstGeom>
          <a:solidFill>
            <a:srgbClr val="D4EAD9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334670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blast radius view — check CMDB + dependencies manually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346704"/>
            <a:ext cx="4297680" cy="292608"/>
          </a:xfrm>
          <a:prstGeom prst="rect">
            <a:avLst/>
          </a:prstGeom>
          <a:solidFill>
            <a:srgbClr val="C8E3C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346704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tab — impact at component + system level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" y="3657600"/>
            <a:ext cx="429768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192" y="36576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SEI separately for eng metrics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3657600"/>
            <a:ext cx="4297680" cy="292608"/>
          </a:xfrm>
          <a:prstGeom prst="rect">
            <a:avLst/>
          </a:prstGeom>
          <a:solidFill>
            <a:srgbClr val="E0EDE4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657600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◌  </a:t>
            </a:r>
            <a:pPr algn="l" indent="0" marL="0">
              <a:buNone/>
            </a:pPr>
            <a:r>
              <a:rPr lang="en-US" sz="110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tab — cycle time, DORA, throughput (coming soon)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8600" y="3968496"/>
            <a:ext cx="4297680" cy="292608"/>
          </a:xfrm>
          <a:prstGeom prst="rect">
            <a:avLst/>
          </a:prstGeom>
          <a:solidFill>
            <a:srgbClr val="F0F0F0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" y="396849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DB Ops portal separately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54880" y="3968496"/>
            <a:ext cx="4297680" cy="292608"/>
          </a:xfrm>
          <a:prstGeom prst="rect">
            <a:avLst/>
          </a:prstGeom>
          <a:solidFill>
            <a:srgbClr val="E0EDE4"/>
          </a:solidFill>
          <a:ln w="6350">
            <a:solidFill>
              <a:srgbClr val="D4EA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396849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◌  </a:t>
            </a:r>
            <a:pPr algn="l" indent="0" marL="0">
              <a:buNone/>
            </a:pPr>
            <a:r>
              <a:rPr lang="en-US" sz="110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DevOps tab — schema changes + health (coming soon)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92040" y="43159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◌  Coming Soon — planned for Q3/Q4 2026 roadmap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28600" y="4544568"/>
            <a:ext cx="8686800" cy="475488"/>
          </a:xfrm>
          <a:prstGeom prst="rect">
            <a:avLst/>
          </a:prstGeom>
          <a:solidFill>
            <a:srgbClr val="0F3D23"/>
          </a:solidFill>
          <a:ln w="12700">
            <a:solidFill>
              <a:srgbClr val="0F3D2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5445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~20 min saved per developer per day   |   1,000 devs × 20 min × 250 days = 73,000+ hours recovered annually   |   ~$3.7M productivity value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0" y="5001768"/>
            <a:ext cx="9144000" cy="13716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2026-05-15T16:31:53Z</dcterms:created>
  <dcterms:modified xsi:type="dcterms:W3CDTF">2026-05-15T16:31:53Z</dcterms:modified>
</cp:coreProperties>
</file>
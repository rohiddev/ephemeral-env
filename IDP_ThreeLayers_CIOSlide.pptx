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Architecture — Three Layers of Developer Experience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60920" y="91440"/>
            <a:ext cx="1554480" cy="43891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60920" y="91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Capstone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94944"/>
            <a:ext cx="201168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6949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694944"/>
            <a:ext cx="265176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6949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694944"/>
            <a:ext cx="388620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69494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097280"/>
            <a:ext cx="2011680" cy="11277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207008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887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170432"/>
            <a:ext cx="132588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31720" y="1097280"/>
            <a:ext cx="2651760" cy="1127760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1887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1517904"/>
            <a:ext cx="23957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it's 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097280"/>
            <a:ext cx="3886200" cy="112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1188720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188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health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50024" y="1188720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1188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security posture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84648" y="1435608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4356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code quality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0024" y="1435608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14356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observability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84648" y="1682496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68249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on-call + incidents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50024" y="1682496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168249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(K8s + AWS)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84648" y="1929384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9293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Jenkins + Harness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0024" y="1929384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9293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— component + system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84648" y="2176272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D4EAD9"/>
          </a:solidFill>
          <a:ln w="7620">
            <a:solidFill>
              <a:srgbClr val="C2DF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1762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metrics  ◌  coming soon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50024" y="2176272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D4EAD9"/>
          </a:solidFill>
          <a:ln w="7620">
            <a:solidFill>
              <a:srgbClr val="C2DF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23176" y="21762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DevOps    ◌  coming soon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84648" y="2423160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D4EAD9"/>
          </a:solidFill>
          <a:ln w="7620">
            <a:solidFill>
              <a:srgbClr val="C2DF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     ◌  coming soon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0024" y="2423160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D4EAD9"/>
          </a:solidFill>
          <a:ln w="7620">
            <a:solidFill>
              <a:srgbClr val="C2DF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23176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Catalog  ◌  coming soon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2316480"/>
            <a:ext cx="2011680" cy="11277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426208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4079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2960" y="2389632"/>
            <a:ext cx="132588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331720" y="2316480"/>
            <a:ext cx="2651760" cy="1127760"/>
          </a:xfrm>
          <a:prstGeom prst="rect">
            <a:avLst/>
          </a:prstGeom>
          <a:solidFill>
            <a:srgbClr val="D4EAD9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24079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496312" y="2737104"/>
            <a:ext cx="23957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bar?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74920" y="2316480"/>
            <a:ext cx="3886200" cy="112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84648" y="240792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0" y="2407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≥ 80%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22592" y="240792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95744" y="2407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set + tier annotated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184648" y="265480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57800" y="2654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 pass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22592" y="265480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95744" y="2654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present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184648" y="2901696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57800" y="29016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complete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28600" y="3535680"/>
            <a:ext cx="2011680" cy="112776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3645408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62712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2960" y="3608832"/>
            <a:ext cx="132588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2331720" y="3535680"/>
            <a:ext cx="2651760" cy="1127760"/>
          </a:xfrm>
          <a:prstGeom prst="rect">
            <a:avLst/>
          </a:prstGeom>
          <a:solidFill>
            <a:srgbClr val="C2DFC8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96312" y="36271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2496312" y="3956304"/>
            <a:ext cx="23957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074920" y="3535680"/>
            <a:ext cx="3886200" cy="112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84648" y="362712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57800" y="3627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GitHub repo + AD group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022592" y="3627120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95744" y="3627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K8s namespace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184648" y="387400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57800" y="3874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 rollback pipeline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022592" y="3874008"/>
            <a:ext cx="1783080" cy="201168"/>
          </a:xfrm>
          <a:prstGeom prst="roundRect">
            <a:avLst>
              <a:gd name="adj" fmla="val 22727"/>
            </a:avLst>
          </a:prstGeom>
          <a:solidFill>
            <a:srgbClr val="E8F5EE"/>
          </a:solidFill>
          <a:ln w="7620">
            <a:solidFill>
              <a:srgbClr val="5BA87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95744" y="3874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service to catalog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31520" y="2252472"/>
            <a:ext cx="256032" cy="10972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1520" y="3471672"/>
            <a:ext cx="256032" cy="10972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28600" y="4709160"/>
            <a:ext cx="8686800" cy="38404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= See it     ▸     Scorecards = Enforce it     ▸     Workflows = Do it     ▸     Together: one governed, self-service platform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2026-05-15T16:39:08Z</dcterms:created>
  <dcterms:modified xsi:type="dcterms:W3CDTF">2026-05-15T16:39:08Z</dcterms:modified>
</cp:coreProperties>
</file>
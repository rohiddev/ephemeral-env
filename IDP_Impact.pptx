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097280"/>
            <a:ext cx="109728" cy="292608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IDP Impact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77240" y="19659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Transformation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7240" y="2880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|  Internal Developer Platform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755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73,000+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60604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Recovered / yr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4206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86600" y="4636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Engineers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The Fragmented Developer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023360" cy="3246120"/>
          </a:xfrm>
          <a:prstGeom prst="rect">
            <a:avLst/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 — Daily Context Switches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Harness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Pipeline 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367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dashboards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Deployment health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122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/ Datadog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Logs &amp; 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8775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/ Wiz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Security findings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62656"/>
            <a:ext cx="356616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Hoover, Fuse, Jarvis</a:t>
            </a:r>
            <a:pPr algn="l" indent="0" marL="0">
              <a:buNone/>
            </a:pPr>
            <a:r>
              <a:rPr lang="en-US" sz="13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Multiple portals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658368"/>
            <a:ext cx="4206240" cy="3246120"/>
          </a:xfrm>
          <a:prstGeom prst="rect">
            <a:avLst/>
          </a:prstGeom>
          <a:solidFill>
            <a:srgbClr val="FFF4F4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71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1612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6–10 tool switches per day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3677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2–4 minutes per lookup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011680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122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Constant context switching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487168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877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Cognitive overload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962656"/>
            <a:ext cx="3840480" cy="0"/>
          </a:xfrm>
          <a:prstGeom prst="line">
            <a:avLst/>
          </a:prstGeom>
          <a:noFill/>
          <a:ln w="8890">
            <a:solidFill>
              <a:srgbClr val="E5EA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0632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Repeated searching for same service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8503920" cy="685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42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LOST:  ~20 minutes per developer, per day  =  Over 73,000 hours per year wasted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Unified IDP Catalog: One Front Door for Developer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023360" cy="2743200"/>
          </a:xfrm>
          <a:prstGeom prst="rect">
            <a:avLst/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1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612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CI/CD status in one tab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Kubernetes health embedded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47672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Security findings visible instantly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780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Observability (logs / metrics) centralized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3566160" cy="0"/>
          </a:xfrm>
          <a:prstGeom prst="line">
            <a:avLst/>
          </a:prstGeom>
          <a:noFill/>
          <a:ln w="8890">
            <a:solidFill>
              <a:srgbClr val="5BA8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1693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data pre-contextualized to service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658368"/>
            <a:ext cx="2057400" cy="12618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768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Zero Tool Hopping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2070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place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658368"/>
            <a:ext cx="2057400" cy="1261872"/>
          </a:xfrm>
          <a:prstGeom prst="rect">
            <a:avLst/>
          </a:prstGeom>
          <a:solidFill>
            <a:srgbClr val="2D7D4F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768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Re-Navigation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2070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searching required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075688"/>
            <a:ext cx="2057400" cy="1261872"/>
          </a:xfrm>
          <a:prstGeom prst="rect">
            <a:avLst/>
          </a:prstGeom>
          <a:solidFill>
            <a:srgbClr val="5BA872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854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Continuous Flow State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624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work, uninterrupted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2075688"/>
            <a:ext cx="2057400" cy="1261872"/>
          </a:xfrm>
          <a:prstGeom prst="rect">
            <a:avLst/>
          </a:prstGeom>
          <a:solidFill>
            <a:srgbClr val="5B8A6A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18541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Self-Service at Scale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6243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autonomy built 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3566160"/>
            <a:ext cx="8503920" cy="621792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30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TIME SAVED:  ~20 minutes per developer, per day  ≡  73,000+ hours recovered annually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Consolidation in Progress:  Hoover  ▶  Fuse  ▶  Jarvis  →  Single IDP Platform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—  The ROI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18288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73,000+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/ Year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640080"/>
            <a:ext cx="2011680" cy="1828800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542032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640080"/>
            <a:ext cx="2011680" cy="1828800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18304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Engineer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Added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640080"/>
            <a:ext cx="2011680" cy="18288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777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894576" y="1600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51760"/>
          <a:ext cx="8595360" cy="16916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3017520"/>
                <a:gridCol w="2011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Annualized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engineers impacted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Saved/Day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min/dev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× 20 min × 250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73,000+ hours/year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Productivity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$50/hr blended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73,000 hrs ×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~$3.7M/year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Headcount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$3.7M ÷ avg engineer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 engineers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5EA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960120"/>
            <a:ext cx="6400800" cy="0"/>
          </a:xfrm>
          <a:prstGeom prst="line">
            <a:avLst/>
          </a:prstGeom>
          <a:noFill/>
          <a:ln w="25400">
            <a:solidFill>
              <a:srgbClr val="5BA8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5BA8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consolidating developer workflows into a single IDP, we eliminate context switching and recover over 73,000 engineering hours annually — delivering ~$3.7M in productivity gains and the equivalent output of 35 engineers.”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Hoover, Fuse &amp; Jarvis silos into a single IDP catalog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pipelines from repo creation to K8s namespace onboarding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651760" cy="1508760"/>
          </a:xfrm>
          <a:prstGeom prst="rect">
            <a:avLst/>
          </a:prstGeom>
          <a:solidFill>
            <a:srgbClr val="2D7D4F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743200"/>
            <a:ext cx="2651760" cy="38404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200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— CI/CD, K8s health, security, observability — in one tab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434840"/>
            <a:ext cx="9144000" cy="566928"/>
          </a:xfrm>
          <a:prstGeom prst="rect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48970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portal — a force multiplier for developer velocity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0" y="5001768"/>
            <a:ext cx="9144000" cy="1371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IDP Impact — Developer Productivity Transformation</dc:title>
  <dc:subject>PptxGenJS Presentation</dc:subject>
  <dc:creator>PptxGenJS</dc:creator>
  <cp:lastModifiedBy>PptxGenJS</cp:lastModifiedBy>
  <cp:revision>1</cp:revision>
  <dcterms:created xsi:type="dcterms:W3CDTF">2026-05-13T13:04:30Z</dcterms:created>
  <dcterms:modified xsi:type="dcterms:W3CDTF">2026-05-13T13:04:30Z</dcterms:modified>
</cp:coreProperties>
</file>
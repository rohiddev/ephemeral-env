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 ·  IDP CATALOG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Catalog: Your Service,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Place.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context switching. No more pinging teammates. One catalog entry — full picture.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94560"/>
            <a:ext cx="2679192" cy="89611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12848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268833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VIEWS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87121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 ·  Service (Component)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27832" y="2194560"/>
            <a:ext cx="2679192" cy="89611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2212848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27832" y="268833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INTEGRATIONS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27832" y="287121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signals, zero context switching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9904" y="2194560"/>
            <a:ext cx="2679192" cy="89611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2212848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089904" y="268833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LOGINS NEEDED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9904" y="287121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surfaced inside IDP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145536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186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2679192" cy="1463040"/>
          </a:xfrm>
          <a:prstGeom prst="rect">
            <a:avLst/>
          </a:prstGeom>
          <a:solidFill>
            <a:srgbClr val="155030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5204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5488" y="3995928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233672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owners &amp; SREs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built-in integrations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27832" y="3456432"/>
            <a:ext cx="2679192" cy="1463040"/>
          </a:xfrm>
          <a:prstGeom prst="rect">
            <a:avLst/>
          </a:prstGeom>
          <a:solidFill>
            <a:srgbClr val="155030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5204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37560" y="3995928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4233672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— daily driver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live integrations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9904" y="3456432"/>
            <a:ext cx="2679192" cy="1463040"/>
          </a:xfrm>
          <a:prstGeom prst="rect">
            <a:avLst/>
          </a:prstGeom>
          <a:solidFill>
            <a:srgbClr val="155030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35204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199632" y="3995928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99632" y="4233672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by August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LEVEL  ·  PLATFORM OWNERS &amp; SREs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Intelligence — One Pane for Everything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560320" cy="388620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Entity?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" y="178308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groups all the services, APIs, and infrastructure that belong to one platform — viewed as a single unit.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2542032"/>
            <a:ext cx="2194560" cy="16459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6151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8346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Owners — confirm all services are registered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34670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SREs — track health, on-call &amp; blast radius in one tab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85876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Engineers — understand the platform without asking anyone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987552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987552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2696" y="1170432"/>
            <a:ext cx="347472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721608" y="1078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721608" y="133502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components &amp; APIs at a glance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63640" y="987552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63640" y="987552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170432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30568" y="1078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830568" y="133502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Dynatrace aggregate dashboards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154680" y="1920240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154680" y="1920240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6" y="2103120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721608" y="20116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721608" y="2267712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cloud security posture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263640" y="1920240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263640" y="1920240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103120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30568" y="20116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830568" y="2267712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dependency graph + nightly validation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154680" y="2852928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154680" y="2852928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3035808"/>
            <a:ext cx="347472" cy="34747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721608" y="29443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3721608" y="320040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score &amp; last chaos run date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6263640" y="2852928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263640" y="2852928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3035808"/>
            <a:ext cx="347472" cy="34747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30568" y="29443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Ops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6830568" y="320040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clusters, namespaces &amp; Rafay fleet sync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4709160" y="3785616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4709160" y="3785616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7176" y="3968496"/>
            <a:ext cx="347472" cy="34747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276088" y="38770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/ Incidents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5276088" y="4133088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on-call + incident dashboard link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  ·  Platform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 ·  DEVELOPERS  ·  DAILY DRIVER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— Everything in One Tab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1115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517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APIs &amp; scorecard score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87168" y="1005840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87168" y="1005840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1704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99232" y="1115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78608" y="1517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history — Jenkins or Harness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608576" y="1005840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08576" y="1005840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117043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20640" y="1115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00016" y="1517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gate, coverage &amp; DORA metrics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729984" y="1005840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729984" y="1005840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117043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42048" y="1115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21424" y="1517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count &amp; last scan date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365760" y="2139696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65760" y="2139696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0428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77824" y="224942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26517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 cloud security posture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2487168" y="2139696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2487168" y="2139696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608" y="230428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999232" y="224942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578608" y="26517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health, deployment status &amp; restarts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4608576" y="2139696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4608576" y="2139696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2304288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120640" y="224942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700016" y="26517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or Dynatrace — right dashboard, one click</a:t>
            </a:r>
            <a:endParaRPr lang="en-US" sz="850" dirty="0"/>
          </a:p>
        </p:txBody>
      </p:sp>
      <p:sp>
        <p:nvSpPr>
          <p:cNvPr id="40" name="Shape 31"/>
          <p:cNvSpPr/>
          <p:nvPr/>
        </p:nvSpPr>
        <p:spPr>
          <a:xfrm>
            <a:off x="6729984" y="2139696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729984" y="2139696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424" y="2304288"/>
            <a:ext cx="329184" cy="32918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242048" y="224942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821424" y="26517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Kubecost namespace spend + AWS Cost Explorer</a:t>
            </a:r>
            <a:endParaRPr lang="en-US" sz="850" dirty="0"/>
          </a:p>
        </p:txBody>
      </p:sp>
      <p:sp>
        <p:nvSpPr>
          <p:cNvPr id="45" name="Shape 35"/>
          <p:cNvSpPr/>
          <p:nvPr/>
        </p:nvSpPr>
        <p:spPr>
          <a:xfrm>
            <a:off x="365760" y="3273552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365760" y="3273552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438144"/>
            <a:ext cx="329184" cy="32918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77824" y="3383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/ Incidents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457200" y="37856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on-call, rotation &amp; incident dashboard</a:t>
            </a:r>
            <a:endParaRPr lang="en-US" sz="850" dirty="0"/>
          </a:p>
        </p:txBody>
      </p:sp>
      <p:sp>
        <p:nvSpPr>
          <p:cNvPr id="50" name="Shape 39"/>
          <p:cNvSpPr/>
          <p:nvPr/>
        </p:nvSpPr>
        <p:spPr>
          <a:xfrm>
            <a:off x="2487168" y="3273552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2487168" y="3273552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78608" y="3438144"/>
            <a:ext cx="329184" cy="329184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2999232" y="3383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100" dirty="0"/>
          </a:p>
        </p:txBody>
      </p:sp>
      <p:sp>
        <p:nvSpPr>
          <p:cNvPr id="54" name="Text 42"/>
          <p:cNvSpPr/>
          <p:nvPr/>
        </p:nvSpPr>
        <p:spPr>
          <a:xfrm>
            <a:off x="2578608" y="37856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 + SBOM signals</a:t>
            </a:r>
            <a:endParaRPr lang="en-US" sz="850" dirty="0"/>
          </a:p>
        </p:txBody>
      </p:sp>
      <p:sp>
        <p:nvSpPr>
          <p:cNvPr id="55" name="Shape 43"/>
          <p:cNvSpPr/>
          <p:nvPr/>
        </p:nvSpPr>
        <p:spPr>
          <a:xfrm>
            <a:off x="4608576" y="3273552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4608576" y="3273552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0016" y="3438144"/>
            <a:ext cx="329184" cy="329184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5120640" y="3383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59" name="Text 46"/>
          <p:cNvSpPr/>
          <p:nvPr/>
        </p:nvSpPr>
        <p:spPr>
          <a:xfrm>
            <a:off x="4700016" y="37856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schema, backup policy &amp; DBA runbook</a:t>
            </a:r>
            <a:endParaRPr lang="en-US" sz="850" dirty="0"/>
          </a:p>
        </p:txBody>
      </p:sp>
      <p:sp>
        <p:nvSpPr>
          <p:cNvPr id="60" name="Shape 47"/>
          <p:cNvSpPr/>
          <p:nvPr/>
        </p:nvSpPr>
        <p:spPr>
          <a:xfrm>
            <a:off x="6729984" y="3273552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1" name="Shape 48"/>
          <p:cNvSpPr/>
          <p:nvPr/>
        </p:nvSpPr>
        <p:spPr>
          <a:xfrm>
            <a:off x="6729984" y="3273552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1424" y="3438144"/>
            <a:ext cx="329184" cy="329184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7242048" y="3383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TechDocs</a:t>
            </a:r>
            <a:endParaRPr lang="en-US" sz="1100" dirty="0"/>
          </a:p>
        </p:txBody>
      </p:sp>
      <p:sp>
        <p:nvSpPr>
          <p:cNvPr id="64" name="Text 50"/>
          <p:cNvSpPr/>
          <p:nvPr/>
        </p:nvSpPr>
        <p:spPr>
          <a:xfrm>
            <a:off x="6821424" y="37856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Team-owned docs surfaced in the catalog</a:t>
            </a:r>
            <a:endParaRPr lang="en-US" sz="850" dirty="0"/>
          </a:p>
        </p:txBody>
      </p:sp>
      <p:sp>
        <p:nvSpPr>
          <p:cNvPr id="65" name="Shape 51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6" name="Text 52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  ·  Platform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  ·  BEFORE vs. AFTER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Catalog Changes for Every Developer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749040" cy="365760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3749040" cy="34747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Today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143560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Open Harness for pipeline status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" y="177393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Open SonarQube for code quality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2064" y="211226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Open Wiz for security posture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" y="245059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Open Datadog for the right dashboard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2064" y="278892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Ask a teammate who's on-call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312724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Search Confluence for the runbook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346557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Log into Kubernetes for pod health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0" y="1005840"/>
            <a:ext cx="3749040" cy="3657600"/>
          </a:xfrm>
          <a:prstGeom prst="rect">
            <a:avLst/>
          </a:prstGeom>
          <a:solidFill>
            <a:srgbClr val="155030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1005840"/>
            <a:ext cx="3749040" cy="3474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0241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IDP Catalog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75504" y="143560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CI/CD tab — last pipeline run, right here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75504" y="177393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Code Quality tab — gate status + DORA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75504" y="211226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Wiz tab — posture for this service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75504" y="245059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Observability tab — direct link, no searching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75504" y="278892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On-call tab — rotation visible to everyone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75504" y="312724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TechDocs tab — versioned, lives with the code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75504" y="346557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Kubernetes tab — pod health, no kubectl needed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6052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365760" y="4754880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18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target: August 2026  ·  Critical path to IDP release  ·  Eliminates daily context switching for ~1,000 developers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 Catalog — August Capstone</dc:title>
  <dc:subject>PptxGenJS Presentation</dc:subject>
  <dc:creator>PptxGenJS</dc:creator>
  <cp:lastModifiedBy>PptxGenJS</cp:lastModifiedBy>
  <cp:revision>1</cp:revision>
  <dcterms:created xsi:type="dcterms:W3CDTF">2026-06-03T11:00:17Z</dcterms:created>
  <dcterms:modified xsi:type="dcterms:W3CDTF">2026-06-03T11:00:17Z</dcterms:modified>
</cp:coreProperties>
</file>
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822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Project Creation via HSF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Harness project from IDP today is a manual, unvalidated process — no governance, no ServiceNow linkage, no consistency.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01168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SYSID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2980944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enters any SYSID — no check against ServiceNow. Invalid or stale system IDs create orphaned Harness projects with no CI linkage.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41448" y="201168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32888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51176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b_tag &amp; dept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51176" y="2980944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tag and department metadata are never captured at project creation. Downstream cost attribution and ownership reporting are broken.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201168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64024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template choice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64024" y="2980944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pick pipeline templates by hand. No stack detection, no enforcement — templates drift and builds fail inconsistently across teams.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67144" y="2011680"/>
            <a:ext cx="2057400" cy="2606040"/>
          </a:xfrm>
          <a:prstGeom prst="roundRect">
            <a:avLst>
              <a:gd name="adj" fmla="val 3556"/>
            </a:avLst>
          </a:prstGeom>
          <a:solidFill>
            <a:srgbClr val="F7FCF9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58584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76872" y="2578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76872" y="2980944"/>
            <a:ext cx="1874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 is undocumented. No record ties a Harness project back to a ServiceNow CI or owning team — compliance gaps surface at audit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22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11680" y="822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Project Creation via HSF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Project Creation — ServiceNow at the Gate.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form triggers HSF + Terraform. ServiceNow validates SYSID, resolves b_tag and department, then Harness project is provisioned — governed, consistent, auditable.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8503920" cy="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38528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" y="2322576"/>
            <a:ext cx="0" cy="18288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38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 IDP form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157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repo URL + SYSID — no ticket, no platform team dependency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05456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889504"/>
            <a:ext cx="0" cy="18288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505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lookup triggered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" y="2724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HSF calls ServiceNow API: validates SYSID, resolves b_tag + department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" y="3456432"/>
            <a:ext cx="0" cy="18288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72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3291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SYSID? Flow halts. Developer notified. No orphaned project created.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" y="4023360"/>
            <a:ext cx="0" cy="182880"/>
          </a:xfrm>
          <a:prstGeom prst="line">
            <a:avLst/>
          </a:prstGeom>
          <a:noFill/>
          <a:ln w="19050">
            <a:solidFill>
              <a:srgbClr val="5BA8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639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project provisioned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" y="3858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via HSF IaCM creates project, pipeline, input sets, triggers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384048" cy="38404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" y="4206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stamped + audit logged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425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b_tag and department written to project config. Full audit trail in HSF.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1901952"/>
            <a:ext cx="187452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901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95160" y="1901952"/>
            <a:ext cx="187452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1901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2249424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2494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SYSID entered, never validated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95160" y="2249424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2494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gate — invalid SYSID halts flow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20640" y="2724912"/>
            <a:ext cx="1874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724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b_tag and dept unknown at creation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95160" y="2724912"/>
            <a:ext cx="1874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2724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from ServiceNow, stamped on project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200400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200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template selection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95160" y="3200400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200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auto-detected, pinned template applied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675888"/>
            <a:ext cx="1874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6758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95160" y="3675888"/>
            <a:ext cx="1874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36758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via HSF IaCM state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20640" y="4151376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0" y="41513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projects accumulate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95160" y="4151376"/>
            <a:ext cx="187452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5EA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41513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tied to a valid ServiceNow CI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2026-06-16T22:52:57Z</dcterms:created>
  <dcterms:modified xsi:type="dcterms:W3CDTF">2026-06-16T22:52:57Z</dcterms:modified>
</cp:coreProperties>
</file>
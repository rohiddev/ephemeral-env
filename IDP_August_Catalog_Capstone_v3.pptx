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·  IDP CATALOG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Catalog: Your Service,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context switching. No more pinging teammates. One catalog entry — full picture.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94560"/>
            <a:ext cx="2679192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1284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VIEWS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79806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 ·  Service (Component)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2194560"/>
            <a:ext cx="2679192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21284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27832" y="263347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INTEGRATIONS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832" y="279806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signals, zero context switching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9904" y="2194560"/>
            <a:ext cx="2679192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21284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89904" y="263347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LOGINS NEEDED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9904" y="279806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surfaced inside IDP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054096"/>
            <a:ext cx="8412480" cy="25603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054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JULY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89888" y="3145536"/>
            <a:ext cx="18288" cy="7315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1328" y="30540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Wave 1 workflows in P-1  ·  Terraform promotion complete  ·  Catalog development underway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38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2679192" cy="1261872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1246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75488" y="41513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437997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 &amp; SREs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built-in integrations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27832" y="3657600"/>
            <a:ext cx="2679192" cy="1261872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71246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337560" y="41513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437997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— daily driver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live integrations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9904" y="3657600"/>
            <a:ext cx="2679192" cy="1261872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71246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199632" y="41513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9632" y="437997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by August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LEVEL  ·  PLATFORM OWNERS &amp; SREs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Intelligence — One Pane for Everything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38862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78308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groups all the services, APIs, and infrastructure that belong to one platform — viewed as a single unit.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2542032"/>
            <a:ext cx="219456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151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34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 — confirm all services are registered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3467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SREs — track health, on-call &amp; blast radius in one tab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8587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— understand the platform without asking anyone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87552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987552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696" y="1170432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721608" y="1078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21608" y="133502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components &amp; APIs at a glance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63640" y="987552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987552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170432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30568" y="1078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30568" y="133502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aggregate dashboards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154680" y="1920240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154680" y="1920240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2103120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21608" y="20116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721608" y="22677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cloud security posture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263640" y="1920240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263640" y="1920240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103120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30568" y="20116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30568" y="22677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dependency graph + nightly validation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154680" y="2852928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154680" y="2852928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3035808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721608" y="2944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721608" y="32004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score &amp; last chaos run date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263640" y="2852928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263640" y="2852928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035808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30568" y="2944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Ops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830568" y="32004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clusters, namespaces &amp; Rafay fleet sync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4709160" y="3785616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709160" y="3785616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3968496"/>
            <a:ext cx="347472" cy="34747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276088" y="38770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5276088" y="413308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 + incident dashboard link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 ·  DEVELOPERS  ·  DAILY DRIVER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— Everything in One Tab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APIs &amp; scorecard score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87168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87168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1704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78608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history — Jenkins or Harness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08576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08576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1704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00016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gate, coverage &amp; DORA metrics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729984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29984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17043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42048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21424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count &amp; last scan date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65760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0428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7824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cloud security posture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487168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487168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230428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999232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78608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health, deployment status &amp; restarts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4608576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608576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2304288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20640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00016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or Dynatrace — right dashboard, one click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6729984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729984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2304288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42048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21424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 namespace spend + AWS Cost Explorer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365760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365760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438144"/>
            <a:ext cx="329184" cy="32918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77824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457200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on-call, rotation &amp; incident dashboard</a:t>
            </a:r>
            <a:endParaRPr lang="en-US" sz="850" dirty="0"/>
          </a:p>
        </p:txBody>
      </p:sp>
      <p:sp>
        <p:nvSpPr>
          <p:cNvPr id="50" name="Shape 39"/>
          <p:cNvSpPr/>
          <p:nvPr/>
        </p:nvSpPr>
        <p:spPr>
          <a:xfrm>
            <a:off x="2487168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2487168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8608" y="3438144"/>
            <a:ext cx="329184" cy="329184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2999232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100" dirty="0"/>
          </a:p>
        </p:txBody>
      </p:sp>
      <p:sp>
        <p:nvSpPr>
          <p:cNvPr id="54" name="Text 42"/>
          <p:cNvSpPr/>
          <p:nvPr/>
        </p:nvSpPr>
        <p:spPr>
          <a:xfrm>
            <a:off x="2578608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+ SBOM signals</a:t>
            </a:r>
            <a:endParaRPr lang="en-US" sz="850" dirty="0"/>
          </a:p>
        </p:txBody>
      </p:sp>
      <p:sp>
        <p:nvSpPr>
          <p:cNvPr id="55" name="Shape 43"/>
          <p:cNvSpPr/>
          <p:nvPr/>
        </p:nvSpPr>
        <p:spPr>
          <a:xfrm>
            <a:off x="4608576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4608576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3438144"/>
            <a:ext cx="329184" cy="329184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120640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9" name="Text 46"/>
          <p:cNvSpPr/>
          <p:nvPr/>
        </p:nvSpPr>
        <p:spPr>
          <a:xfrm>
            <a:off x="4700016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schema, backup policy &amp; DBA runbook</a:t>
            </a:r>
            <a:endParaRPr lang="en-US" sz="850" dirty="0"/>
          </a:p>
        </p:txBody>
      </p:sp>
      <p:sp>
        <p:nvSpPr>
          <p:cNvPr id="60" name="Shape 47"/>
          <p:cNvSpPr/>
          <p:nvPr/>
        </p:nvSpPr>
        <p:spPr>
          <a:xfrm>
            <a:off x="6729984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6729984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1424" y="3438144"/>
            <a:ext cx="329184" cy="329184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7242048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TechDocs</a:t>
            </a:r>
            <a:endParaRPr lang="en-US" sz="1100" dirty="0"/>
          </a:p>
        </p:txBody>
      </p:sp>
      <p:sp>
        <p:nvSpPr>
          <p:cNvPr id="64" name="Text 50"/>
          <p:cNvSpPr/>
          <p:nvPr/>
        </p:nvSpPr>
        <p:spPr>
          <a:xfrm>
            <a:off x="6821424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 docs surfaced in the catalog</a:t>
            </a:r>
            <a:endParaRPr lang="en-US" sz="850" dirty="0"/>
          </a:p>
        </p:txBody>
      </p:sp>
      <p:sp>
        <p:nvSpPr>
          <p:cNvPr id="65" name="Shape 5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6" name="Text 52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 ·  BEFORE vs. AFTER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Catalog Changes for Every Developer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749040" cy="36576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74904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435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Harness for pipeline 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77393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SonarQube for code quality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" y="211226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Wiz for security posture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24505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Datadog for the right 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78892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Ask a teammate who's on-call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312724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Search Confluence for the runbook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34655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 into Kubernetes for pod health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749040" cy="3657600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005840"/>
            <a:ext cx="3749040" cy="3474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24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IDP Catalog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1435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tab — last pipeline run, right here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75504" y="177393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Quality tab — gate status + DORA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75504" y="211226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Wiz tab — posture for this service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75504" y="24505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Observability tab — direct link, no searching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75504" y="278892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On-call tab — rotation visible to everyone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75504" y="312724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TechDocs tab — versioned, lives with the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75504" y="34655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Kubernetes tab — pod health, no kubectl needed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6052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target: August 2026  ·  Critical path to IDP release  ·  Eliminates daily context switching for ~1,000 developers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Catalog — August Capstone</dc:title>
  <dc:subject>PptxGenJS Presentation</dc:subject>
  <dc:creator>PptxGenJS</dc:creator>
  <cp:lastModifiedBy>PptxGenJS</cp:lastModifiedBy>
  <cp:revision>1</cp:revision>
  <dcterms:created xsi:type="dcterms:W3CDTF">2026-06-03T11:16:04Z</dcterms:created>
  <dcterms:modified xsi:type="dcterms:W3CDTF">2026-06-03T11:16:04Z</dcterms:modified>
</cp:coreProperties>
</file>
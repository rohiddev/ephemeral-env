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82296" cy="1920240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Plan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728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Consistent, Easy-to-Follow Adoption Across ~500 SysIDs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Outreach  •  Video  •  Brown Bags  •  Email  •  Dedicated Point of Contact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— Communication &amp;amp; Adoption Workstream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Guiding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deliberate communication plan is required at this scale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8F5EE"/>
          </a:solidFill>
          <a:ln w="15875">
            <a:solidFill>
              <a:srgbClr val="1B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SysIDs across the organization, spanning wildly different levels of business impact and technical maturity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tiering, high-value teams get lost in the same broadcast noise as low-priority ones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messaging across channels erodes trust and slows adoption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need a single, reliable place to go with questions — not five different Slack channels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B5E3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“Ease of Use Is the North Star”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5166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written in plain language — no platform jargon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Point of Contact, so the developer community always knows where to go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outreach per tier — Tier 1 gets white-glove attention, not a mass email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built into every channel, not bolted on afterward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intensity scales with business importance — not every SysID gets the same treatment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283464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  <a:gridCol w="1463040"/>
                <a:gridCol w="466344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SysIDs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importance &amp; high business value — mission-critical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White-glove: 1:1 briefing, dedicated brown bag, priority email cadence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value, broad developer footprint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brown bag sessions + tier-specific email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/ long-tail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video library + broadcast email, office hours on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3434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526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Tier counts shown are illustrative for planning purposes and should be confirmed against the current, governed SysID tiering model before publishing this plan externally.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source of truth: SysID classification in the IDP Catalog / CMDB — kept current via the same workflow governing catalog-info.yaml and now.yaml.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 &amp; Cadence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channels, coordinated through a single Point of Contact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3108960"/>
                <a:gridCol w="210312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(On-Demand)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Self-paced walkthroughs — always-on reference for new and existing developers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at rollout; refreshed quarterly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 + Platform Engineering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interactive walkthroughs with real-time Q&amp;A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 during rollout; monthly steady-state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Milestones, deadlines, and tier-specific action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1: weekly during rollout — Tier 2/3: bi-weekly / monthly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(1:1)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Escalations, tailored guidance, and feedback intake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/ as-needed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Developer Community POC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39496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1B5E37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53949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channels carry the same message, in the same voice — coordinated by one Point of Contact so nothing conflicts.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Contact &amp; Governance Model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for all developer-community communication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00600" y="2743200"/>
            <a:ext cx="2468880" cy="1371600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Contact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1887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SysID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97380" y="1623060"/>
            <a:ext cx="4137660" cy="1805940"/>
          </a:xfrm>
          <a:prstGeom prst="line">
            <a:avLst/>
          </a:prstGeom>
          <a:noFill/>
          <a:ln w="19050">
            <a:solidFill>
              <a:srgbClr val="5BA8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875520" y="11887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H="1">
            <a:off x="6035040" y="1623060"/>
            <a:ext cx="4823460" cy="1805940"/>
          </a:xfrm>
          <a:prstGeom prst="line">
            <a:avLst/>
          </a:prstGeom>
          <a:noFill/>
          <a:ln w="19050">
            <a:solidFill>
              <a:srgbClr val="5BA87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0" y="52120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Bag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flipH="1">
            <a:off x="1897380" y="3429000"/>
            <a:ext cx="4137660" cy="2217420"/>
          </a:xfrm>
          <a:prstGeom prst="line">
            <a:avLst/>
          </a:prstGeom>
          <a:noFill/>
          <a:ln w="19050">
            <a:solidFill>
              <a:srgbClr val="5BA87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875520" y="52120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3429000"/>
            <a:ext cx="4823460" cy="2217420"/>
          </a:xfrm>
          <a:prstGeom prst="line">
            <a:avLst/>
          </a:prstGeom>
          <a:noFill/>
          <a:ln w="19050">
            <a:solidFill>
              <a:srgbClr val="5BA87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126480" y="52120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4114800"/>
            <a:ext cx="0" cy="1097280"/>
          </a:xfrm>
          <a:prstGeom prst="line">
            <a:avLst/>
          </a:prstGeom>
          <a:noFill/>
          <a:ln w="19050">
            <a:solidFill>
              <a:srgbClr val="5BA87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POC: </a:t>
            </a:r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 across every channel, no conflicting guidance, and a clear escalation path for Tier 1 issues. Feedback collected by the POC routes directly back into the platform roadmap.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by tier — highest-value SysIDs communicated to first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1B5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B5E3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74520"/>
            <a:ext cx="338328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 •  Tier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briefings with Tier 1 owners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video release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Tier 1 brown bag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58768" y="2880360"/>
            <a:ext cx="292608" cy="274320"/>
          </a:xfrm>
          <a:prstGeom prst="rightArrow">
            <a:avLst/>
          </a:prstGeom>
          <a:solidFill>
            <a:srgbClr val="1C35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3716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3716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D7D4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1874520"/>
            <a:ext cx="3383280" cy="274320"/>
          </a:xfrm>
          <a:prstGeom prst="rect">
            <a:avLst/>
          </a:prstGeom>
          <a:solidFill>
            <a:srgbClr val="2D7D4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  •  Tier 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2331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brown bag sessions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 updates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video library launch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62088" y="2880360"/>
            <a:ext cx="292608" cy="274320"/>
          </a:xfrm>
          <a:prstGeom prst="rightArrow">
            <a:avLst/>
          </a:prstGeom>
          <a:solidFill>
            <a:srgbClr val="1C3557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13716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13716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5BA872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874520"/>
            <a:ext cx="3383280" cy="274320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6–9  •  Tier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2331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email to all remaining SysIDs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video promoted as primary path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office hours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(All Tiers)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394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steady-state brown bag  •  Quarterly video refresh  •  Point of Contact available continuously for questions and escalations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Ease-of-Use Design Principles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built to reduce friction, not add to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1645920"/>
            <a:ext cx="640080" cy="640080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of Contact means the developer community never receives conflicting guidance across email, video, or brown bags.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3716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15" name="Text 13"/>
          <p:cNvSpPr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2044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unexplained platform jargon. Messaging is written for the busy developer, not the platform team.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E8F5EE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6620" y="1645920"/>
            <a:ext cx="640080" cy="640080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20" name="Text 18"/>
          <p:cNvSpPr/>
          <p:nvPr/>
        </p:nvSpPr>
        <p:spPr>
          <a:xfrm>
            <a:off x="7246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First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971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library is indexed and searchable so most questions are answered before a ticket is ever filed.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98280" y="13716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875">
            <a:solidFill>
              <a:srgbClr val="2D7D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6980" y="1645920"/>
            <a:ext cx="640080" cy="640080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25" name="Text 23"/>
          <p:cNvSpPr/>
          <p:nvPr/>
        </p:nvSpPr>
        <p:spPr>
          <a:xfrm>
            <a:off x="101269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8116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Built 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0" y="2971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touchpoint — video, brown bag, or email — includes a direct path back to the Point of Contact for feedback.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B5E37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166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 isn’t a slide — it’s the filter every channel, message, and cadence decision runs through before it ships.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Next Steps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communication plan is working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video 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within 2 weeks of Phase 1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bag attendance (Tier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of invited SysID owners or delegates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engagement (open / click)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via distribution platform, reviewed 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inquiry volume 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Decreasing over time as self-service adoption matures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2801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E8F5EE"/>
          </a:solidFill>
          <a:ln w="15875">
            <a:solidFill>
              <a:srgbClr val="1B5E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92024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final Tier 1/2/3 SysID assignments against the governed catalog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Point of Contact staffing and backup coverage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brown bag calendar for Phase 1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kickoff video and launch Tier 1 outreach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44805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B5E37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617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5029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tiered rollout schedule and confirm Point of Contact staffing so Phase 1 (Tier 1 outreach) can begin as planned.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2026-07-16T15:23:57Z</dcterms:created>
  <dcterms:modified xsi:type="dcterms:W3CDTF">2026-07-16T15:23:57Z</dcterms:modified>
</cp:coreProperties>
</file>
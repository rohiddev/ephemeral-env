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91840"/>
            <a:ext cx="2560320" cy="2560320"/>
          </a:xfrm>
          <a:prstGeom prst="ellipse">
            <a:avLst/>
          </a:prstGeom>
          <a:solidFill>
            <a:srgbClr val="3B4FD8">
              <a:alpha val="18000"/>
            </a:srgbClr>
          </a:solidFill>
          <a:ln w="12700">
            <a:solidFill>
              <a:srgbClr val="3B4FD8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-457200"/>
            <a:ext cx="1645920" cy="1645920"/>
          </a:xfrm>
          <a:prstGeom prst="ellipse">
            <a:avLst/>
          </a:prstGeom>
          <a:solidFill>
            <a:srgbClr val="00C4CC">
              <a:alpha val="15000"/>
            </a:srgbClr>
          </a:solidFill>
          <a:ln w="12700">
            <a:solidFill>
              <a:srgbClr val="00C4CC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0" y="3566160"/>
            <a:ext cx="1005840" cy="1005840"/>
          </a:xfrm>
          <a:prstGeom prst="ellipse">
            <a:avLst/>
          </a:prstGeom>
          <a:solidFill>
            <a:srgbClr val="00C4CC">
              <a:alpha val="22000"/>
            </a:srgbClr>
          </a:solidFill>
          <a:ln w="12700">
            <a:solidFill>
              <a:srgbClr val="00C4CC">
                <a:alpha val="2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6032" y="274320"/>
            <a:ext cx="658368" cy="274320"/>
          </a:xfrm>
          <a:prstGeom prst="roundRect">
            <a:avLst>
              <a:gd name="adj" fmla="val 16667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27432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F1535"/>
                </a:solidFill>
              </a:rPr>
              <a:t>SLIDE 01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201168" y="749808"/>
            <a:ext cx="28346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201168" y="137160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spc="200" kern="0" dirty="0">
                <a:solidFill>
                  <a:srgbClr val="00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IDP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201168" y="2148840"/>
            <a:ext cx="2834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Gives Us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01168" y="2578608"/>
            <a:ext cx="1828800" cy="32004"/>
          </a:xfrm>
          <a:prstGeom prst="rect">
            <a:avLst/>
          </a:prstGeom>
          <a:solidFill>
            <a:srgbClr val="00C4CC">
              <a:alpha val="60000"/>
            </a:srgbClr>
          </a:solidFill>
          <a:ln w="12700">
            <a:solidFill>
              <a:srgbClr val="00C4CC">
                <a:alpha val="6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1168" y="274320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Developer Portal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20440" y="164592"/>
            <a:ext cx="5394960" cy="877824"/>
          </a:xfrm>
          <a:prstGeom prst="rect">
            <a:avLst/>
          </a:prstGeom>
          <a:solidFill>
            <a:srgbClr val="F0F2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20440" y="164592"/>
            <a:ext cx="54864" cy="877824"/>
          </a:xfrm>
          <a:prstGeom prst="rect">
            <a:avLst/>
          </a:prstGeom>
          <a:solidFill>
            <a:srgbClr val="3B4FD8"/>
          </a:solidFill>
          <a:ln w="12700">
            <a:solidFill>
              <a:srgbClr val="3B4F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03320" y="338328"/>
            <a:ext cx="530352" cy="5303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3B4FD8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429768"/>
            <a:ext cx="34747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361688" y="25603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front door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4361688" y="62179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for all developer self-service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520440" y="1088136"/>
            <a:ext cx="53949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520440" y="1088136"/>
            <a:ext cx="54864" cy="87782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703320" y="1261872"/>
            <a:ext cx="530352" cy="5303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7C3AED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4760" y="1353312"/>
            <a:ext cx="347472" cy="34747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361688" y="1179576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Workflow-driven</a:t>
            </a:r>
            <a:endParaRPr lang="en-US" sz="1350" dirty="0"/>
          </a:p>
        </p:txBody>
      </p:sp>
      <p:sp>
        <p:nvSpPr>
          <p:cNvPr id="25" name="Text 21"/>
          <p:cNvSpPr/>
          <p:nvPr/>
        </p:nvSpPr>
        <p:spPr>
          <a:xfrm>
            <a:off x="4361688" y="15453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 first — not another UI layer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3520440" y="2011680"/>
            <a:ext cx="5394960" cy="877824"/>
          </a:xfrm>
          <a:prstGeom prst="rect">
            <a:avLst/>
          </a:prstGeom>
          <a:solidFill>
            <a:srgbClr val="F0F2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3520440" y="2011680"/>
            <a:ext cx="54864" cy="87782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3703320" y="2185416"/>
            <a:ext cx="530352" cy="5303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891B2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4760" y="2276856"/>
            <a:ext cx="347472" cy="347472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4361688" y="21031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work</a:t>
            </a:r>
            <a:endParaRPr lang="en-US" sz="1350" dirty="0"/>
          </a:p>
        </p:txBody>
      </p:sp>
      <p:sp>
        <p:nvSpPr>
          <p:cNvPr id="31" name="Text 26"/>
          <p:cNvSpPr/>
          <p:nvPr/>
        </p:nvSpPr>
        <p:spPr>
          <a:xfrm>
            <a:off x="4361688" y="2468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APIs and pipelines, no re-engineering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3520440" y="2935224"/>
            <a:ext cx="5394960" cy="8778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3520440" y="2935224"/>
            <a:ext cx="54864" cy="87782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3703320" y="3108960"/>
            <a:ext cx="530352" cy="5303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059669"/>
            </a:solidFill>
            <a:prstDash val="solid"/>
          </a:ln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4760" y="3200400"/>
            <a:ext cx="347472" cy="34747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4361688" y="302666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governance</a:t>
            </a:r>
            <a:endParaRPr lang="en-US" sz="1350" dirty="0"/>
          </a:p>
        </p:txBody>
      </p:sp>
      <p:sp>
        <p:nvSpPr>
          <p:cNvPr id="37" name="Text 31"/>
          <p:cNvSpPr/>
          <p:nvPr/>
        </p:nvSpPr>
        <p:spPr>
          <a:xfrm>
            <a:off x="4361688" y="339242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Audit, visibility and access control out of the box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3520440" y="3858768"/>
            <a:ext cx="5394960" cy="877824"/>
          </a:xfrm>
          <a:prstGeom prst="rect">
            <a:avLst/>
          </a:prstGeom>
          <a:solidFill>
            <a:srgbClr val="F0F2FA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3520440" y="3858768"/>
            <a:ext cx="54864" cy="87782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3703320" y="4032504"/>
            <a:ext cx="530352" cy="530352"/>
          </a:xfrm>
          <a:prstGeom prst="ellipse">
            <a:avLst/>
          </a:prstGeom>
          <a:solidFill>
            <a:srgbClr val="000000"/>
          </a:solidFill>
          <a:ln w="6350">
            <a:solidFill>
              <a:srgbClr val="D97706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4123944"/>
            <a:ext cx="347472" cy="347472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4361688" y="395020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0F1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experience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4361688" y="4315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standard across every team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535"/>
          </a:solidFill>
          <a:ln w="12700">
            <a:solidFill>
              <a:srgbClr val="0F15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01168"/>
            <a:ext cx="658368" cy="256032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01168"/>
            <a:ext cx="658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00" kern="0" dirty="0">
                <a:solidFill>
                  <a:srgbClr val="0F1535"/>
                </a:solidFill>
              </a:rPr>
              <a:t>SLIDE 02</a:t>
            </a:r>
            <a:endParaRPr lang="en-US" sz="700" dirty="0"/>
          </a:p>
        </p:txBody>
      </p:sp>
      <p:sp>
        <p:nvSpPr>
          <p:cNvPr id="6" name="Text 4"/>
          <p:cNvSpPr/>
          <p:nvPr/>
        </p:nvSpPr>
        <p:spPr>
          <a:xfrm>
            <a:off x="1143000" y="128016"/>
            <a:ext cx="76809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IDP Building Blocks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10312" y="1216152"/>
            <a:ext cx="2670048" cy="3749040"/>
          </a:xfrm>
          <a:prstGeom prst="rect">
            <a:avLst/>
          </a:prstGeom>
          <a:solidFill>
            <a:srgbClr val="C8D0E8">
              <a:alpha val="40000"/>
            </a:srgbClr>
          </a:solidFill>
          <a:ln w="12700">
            <a:solidFill>
              <a:srgbClr val="C8D0E8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1170432"/>
            <a:ext cx="26700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1170432"/>
            <a:ext cx="2670048" cy="749808"/>
          </a:xfrm>
          <a:prstGeom prst="rect">
            <a:avLst/>
          </a:prstGeom>
          <a:solidFill>
            <a:srgbClr val="3B4FD8"/>
          </a:solidFill>
          <a:ln w="12700">
            <a:solidFill>
              <a:srgbClr val="3B4F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289304"/>
            <a:ext cx="512064" cy="51206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80744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87552" y="13167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164592" y="1920240"/>
            <a:ext cx="2670048" cy="36576"/>
          </a:xfrm>
          <a:prstGeom prst="rect">
            <a:avLst/>
          </a:prstGeom>
          <a:solidFill>
            <a:srgbClr val="3B4FD8"/>
          </a:solidFill>
          <a:ln w="12700">
            <a:solidFill>
              <a:srgbClr val="3B4F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7472" y="2084832"/>
            <a:ext cx="230428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services delivered as workflows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 UI — preserves existing investments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delivery without re-engineering APIs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282696" y="1216152"/>
            <a:ext cx="2670048" cy="3749040"/>
          </a:xfrm>
          <a:prstGeom prst="rect">
            <a:avLst/>
          </a:prstGeom>
          <a:solidFill>
            <a:srgbClr val="C8D0E8">
              <a:alpha val="40000"/>
            </a:srgbClr>
          </a:solidFill>
          <a:ln w="12700">
            <a:solidFill>
              <a:srgbClr val="C8D0E8">
                <a:alpha val="4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36976" y="1170432"/>
            <a:ext cx="26700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236976" y="1170432"/>
            <a:ext cx="2670048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438144" y="1289304"/>
            <a:ext cx="512064" cy="51206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380744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059936" y="13167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3236976" y="1920240"/>
            <a:ext cx="2670048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419856" y="2084832"/>
            <a:ext cx="230428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and service visibility across all teams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 and relationships captured centrally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source of truth for your software estate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6355080" y="1216152"/>
            <a:ext cx="2670048" cy="3749040"/>
          </a:xfrm>
          <a:prstGeom prst="rect">
            <a:avLst/>
          </a:prstGeom>
          <a:solidFill>
            <a:srgbClr val="C8D0E8">
              <a:alpha val="40000"/>
            </a:srgbClr>
          </a:solidFill>
          <a:ln w="12700">
            <a:solidFill>
              <a:srgbClr val="C8D0E8">
                <a:alpha val="40000"/>
              </a:srgbClr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309360" y="1170432"/>
            <a:ext cx="26700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309360" y="1170432"/>
            <a:ext cx="2670048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6510528" y="1289304"/>
            <a:ext cx="512064" cy="512064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968" y="1380744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7132320" y="131673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Scorecard</a:t>
            </a:r>
            <a:endParaRPr lang="en-US" sz="2000" dirty="0"/>
          </a:p>
        </p:txBody>
      </p:sp>
      <p:sp>
        <p:nvSpPr>
          <p:cNvPr id="29" name="Shape 24"/>
          <p:cNvSpPr/>
          <p:nvPr/>
        </p:nvSpPr>
        <p:spPr>
          <a:xfrm>
            <a:off x="6309360" y="1920240"/>
            <a:ext cx="2670048" cy="36576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492240" y="2084832"/>
            <a:ext cx="2304288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completeness and engineering standards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the right level of metadata and hygiene</a:t>
            </a:r>
            <a:endParaRPr lang="en-US" sz="1150" dirty="0"/>
          </a:p>
          <a:p>
            <a:pPr algn="l"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quality measurable and visible to leadership</a:t>
            </a:r>
            <a:endParaRPr lang="en-US" sz="1150" dirty="0"/>
          </a:p>
        </p:txBody>
      </p:sp>
      <p:sp>
        <p:nvSpPr>
          <p:cNvPr id="31" name="Shape 26"/>
          <p:cNvSpPr/>
          <p:nvPr/>
        </p:nvSpPr>
        <p:spPr>
          <a:xfrm>
            <a:off x="0" y="5056632"/>
            <a:ext cx="9144000" cy="91440"/>
          </a:xfrm>
          <a:prstGeom prst="rect">
            <a:avLst/>
          </a:prstGeom>
          <a:solidFill>
            <a:srgbClr val="3B4FD8"/>
          </a:solidFill>
          <a:ln w="12700">
            <a:solidFill>
              <a:srgbClr val="3B4F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Harness IDP</dc:title>
  <dc:subject>PptxGenJS Presentation</dc:subject>
  <dc:creator>PptxGenJS</dc:creator>
  <cp:lastModifiedBy>PptxGenJS</cp:lastModifiedBy>
  <cp:revision>1</cp:revision>
  <dcterms:created xsi:type="dcterms:W3CDTF">2026-04-26T12:24:26Z</dcterms:created>
  <dcterms:modified xsi:type="dcterms:W3CDTF">2026-04-26T12:24:26Z</dcterms:modified>
</cp:coreProperties>
</file>
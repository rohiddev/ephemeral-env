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WHY IDP MATTERS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3"/>
                </a:solidFill>
              </a:rPr>
              <a:t>Productivity Multiplier for Every Developer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1B5E37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Single Front Door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" y="274320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One portal replaces Hoover, Fuse &amp; Jarvis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" y="329184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Every developer self-service in one place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" y="384048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ticket, no wait — instant access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54680" y="1005840"/>
            <a:ext cx="2651760" cy="3474720"/>
          </a:xfrm>
          <a:prstGeom prst="rect">
            <a:avLst/>
          </a:prstGeom>
          <a:solidFill>
            <a:srgbClr val="2D7D4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Workflow-Driven Automation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319272" y="274320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8386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services delivered as workflows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319272" y="329184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8386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Thin UI — automation does the heavy lifting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19272" y="384048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8386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Reuses existing APIs &amp; Jenkins pipelines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89320" y="1005840"/>
            <a:ext cx="2651760" cy="3474720"/>
          </a:xfrm>
          <a:prstGeom prst="rect">
            <a:avLst/>
          </a:prstGeom>
          <a:solidFill>
            <a:srgbClr val="5BA872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94944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801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264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Built-in Governance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153912" y="274320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1850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Audit trail &amp; access control out of the box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53912" y="329184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1850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OPA policy gates on Scorecard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53912" y="384048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1850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Consistent standards across every team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K8S NAMESPACE ONBOARDING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3"/>
                </a:solidFill>
              </a:rPr>
              <a:t>Fully Automated — Tested &amp; Live in P-2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0" y="384048"/>
            <a:ext cx="1097280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384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P-2 LIVE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384048"/>
            <a:ext cx="91440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840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</a:rPr>
              <a:t>P-1 Next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377440" cy="3291840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60120"/>
            <a:ext cx="237744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 Self-Service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3560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SYS 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5819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Enter 5-digit 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185623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7452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App Key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0208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Auto-populates from SYS ID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295144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134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Cluster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459736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Select P-2 / P-1 / Prod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2734056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52344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Cluster Zone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289864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Auto-fills from Cluster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172968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2DF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9125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App Name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33756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6358"/>
                </a:solidFill>
              </a:rPr>
              <a:t>e.g. hoover-payments-api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3639312"/>
            <a:ext cx="2194560" cy="2560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Submit Request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950208"/>
            <a:ext cx="2194560" cy="237744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950208"/>
            <a:ext cx="215798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5E37"/>
                </a:solidFill>
              </a:rPr>
              <a:t>AD Groups absent? +~35 min (Azure AD sync)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9601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36392" y="10241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92424" y="9966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Validate Input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92424" y="11430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SYS ID format · App Key lookup · cluster eligibility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36408" y="10332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36408" y="10332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Validation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063240" y="13030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36392" y="1367028"/>
            <a:ext cx="201168" cy="201168"/>
          </a:xfrm>
          <a:prstGeom prst="ellipse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392" y="13670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92424" y="13395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AD Group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92424" y="14859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Azure AD check · create developer &amp; reviewer groups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36408" y="13761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13761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Identity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63240" y="16459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36392" y="1709928"/>
            <a:ext cx="201168" cy="201168"/>
          </a:xfrm>
          <a:prstGeom prst="ellipse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392424" y="16824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GitHub Teams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92424" y="18288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Provision teams · link AD groups · sync membership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836408" y="17190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36408" y="17190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Identity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063240" y="19888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36392" y="20528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20528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392424" y="20253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PaaC Repo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92424" y="21717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Namespace config repo · inject YAML · attach teams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836408" y="20619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6408" y="20619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Provision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63240" y="23317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36392" y="2395728"/>
            <a:ext cx="201168" cy="201168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6392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392424" y="23682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Trigger Jenkins (NS)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92424" y="25146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Fire Jenkins job · K8s namespace live on cluster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836408" y="24048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36408" y="24048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CI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063240" y="26746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36392" y="27386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36392" y="27386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392424" y="27111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Ops Repo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392424" y="28575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Runbook templates · webhook · team access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836408" y="27477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36408" y="27477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5E37"/>
                </a:solidFill>
              </a:rPr>
              <a:t>Provision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063240" y="30175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136392" y="3081528"/>
            <a:ext cx="201168" cy="201168"/>
          </a:xfrm>
          <a:prstGeom prst="ellipse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36392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392424" y="30540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Jenkins Folder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392424" y="32004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Seed CI pipelines · assign RBAC permissions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836408" y="30906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36408" y="30906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CI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063240" y="33604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136392" y="34244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36392" y="34244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3392424" y="33969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Vault Repo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392424" y="35433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Secrets repo · namespace path policy · base secrets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836408" y="34335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36408" y="34335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Vault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063240" y="37033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C2DFC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36392" y="3767328"/>
            <a:ext cx="201168" cy="201168"/>
          </a:xfrm>
          <a:prstGeom prst="ellipse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3639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3392424" y="3739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Create Vault Pipeline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392424" y="38862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Bind namespace · enable secret rotation policy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836408" y="3776472"/>
            <a:ext cx="749808" cy="182880"/>
          </a:xfrm>
          <a:prstGeom prst="rect">
            <a:avLst/>
          </a:prstGeom>
          <a:solidFill>
            <a:srgbClr val="D4EAD9"/>
          </a:solidFill>
          <a:ln w="12700">
            <a:solidFill>
              <a:srgbClr val="D4EAD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36408" y="37764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Vault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063240" y="4046220"/>
            <a:ext cx="5577840" cy="324612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36392" y="4110228"/>
            <a:ext cx="201168" cy="201168"/>
          </a:xfrm>
          <a:prstGeom prst="ellipse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36392" y="41102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3392424" y="40827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3D23"/>
                </a:solidFill>
              </a:rPr>
              <a:t>Email Confirmation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392424" y="42291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358"/>
                </a:solidFill>
              </a:rPr>
              <a:t>Namespace live · repos &amp; Jenkins ready · Vault active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836408" y="4119372"/>
            <a:ext cx="749808" cy="18288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36408" y="41193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7D4F"/>
                </a:solidFill>
              </a:rPr>
              <a:t>Done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063240" y="4425696"/>
            <a:ext cx="5577840" cy="228600"/>
          </a:xfrm>
          <a:prstGeom prst="rect">
            <a:avLst/>
          </a:prstGeom>
          <a:solidFill>
            <a:srgbClr val="E8F5EE"/>
          </a:solidFill>
          <a:ln w="10160">
            <a:solidFill>
              <a:srgbClr val="5BA872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54680" y="4425696"/>
            <a:ext cx="5394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5E37"/>
                </a:solidFill>
              </a:rPr>
              <a:t>On failure: team notified immediately · pipeline resumes from failed stage — no full restart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063240" y="4700016"/>
            <a:ext cx="269748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36392" y="4700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</a:rPr>
              <a:t>⚡  ~5 min  (existing AD groups)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897880" y="4700016"/>
            <a:ext cx="274320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71032" y="47000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</a:rPr>
              <a:t>⏱  ~40 min  (new AD groups — Azure AD propagation)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20040" y="4645152"/>
            <a:ext cx="832104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0040" y="4700016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37"/>
                </a:solidFill>
              </a:rPr>
              <a:t>Next 30 Days:  Terraform work underway to promote K8s namespace workflow to P-1 and P accounts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IDP CATALOG  —  IN DEVELOPMENT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3"/>
                </a:solidFill>
              </a:rPr>
              <a:t>Everything a Developer Needs — Delivering by August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88920" cy="38862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the Catalog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One-time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 registers their system via IDP workflow — catalog-info.yaml created automatically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2606040" cy="594360"/>
          </a:xfrm>
          <a:prstGeom prst="rect">
            <a:avLst/>
          </a:prstGeom>
          <a:solidFill>
            <a:srgbClr val="1E4D2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Dependency mapping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Teams add system dependencies via workflow — relationships tracked centrally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52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Living document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Teams own and maintain their catalog-info.yaml — updated as systems evolve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364992"/>
            <a:ext cx="2606040" cy="594360"/>
          </a:xfrm>
          <a:prstGeom prst="rect">
            <a:avLst/>
          </a:prstGeom>
          <a:solidFill>
            <a:srgbClr val="1E4D2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01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Readonly integrations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Links to all systems a developer touches daily — no context switching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4014216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507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Scorecard enforcement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Engineering standards visible to leadership — OPA gates on completeness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9875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358"/>
                </a:solidFill>
              </a:rPr>
              <a:t>Daily Developer Integrations — All Read-Only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316736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16736"/>
            <a:ext cx="54864" cy="932688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424" y="1517904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813048" y="14447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CI/CD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13048" y="170078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Jenkins pipelines &amp; build history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934456" y="1316736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34456" y="1316736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17904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01384" y="14447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SonarQube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01384" y="170078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Code quality &amp; security scan results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246120" y="2377440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246120" y="2377440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578608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813048" y="25054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3813048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Namespace health, pods &amp; logs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5934456" y="2377440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934456" y="2377440"/>
            <a:ext cx="54864" cy="932688"/>
          </a:xfrm>
          <a:prstGeom prst="rect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78608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501384" y="25054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501384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Metrics, traces &amp; alert endpoints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3246120" y="3438144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3246120" y="3438144"/>
            <a:ext cx="54864" cy="932688"/>
          </a:xfrm>
          <a:prstGeom prst="rect">
            <a:avLst/>
          </a:prstGeom>
          <a:solidFill>
            <a:srgbClr val="4A6358"/>
          </a:solidFill>
          <a:ln w="12700">
            <a:solidFill>
              <a:srgbClr val="4A6358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639312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813048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Wiz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3813048" y="3822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Cloud security posture &amp; findings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934456" y="3438144"/>
            <a:ext cx="2542032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5934456" y="3438144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639312"/>
            <a:ext cx="347472" cy="34747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501384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D23"/>
                </a:solidFill>
              </a:rPr>
              <a:t>API Docs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6501384" y="3822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358"/>
                </a:solidFill>
              </a:rPr>
              <a:t>OpenAPI specs &amp; endpoint catalog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320040" y="4645152"/>
            <a:ext cx="832104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320040" y="4700016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45720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37"/>
                </a:solidFill>
              </a:rPr>
              <a:t>In development now · Delivery target: August 2026 · Critical path to IDP release · Eliminates daily context switching for ~1,000 developers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8961120" cy="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2646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5292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3036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0585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5683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83296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34272" y="0"/>
            <a:ext cx="0" cy="5143500"/>
          </a:xfrm>
          <a:prstGeom prst="line">
            <a:avLst/>
          </a:prstGeom>
          <a:noFill/>
          <a:ln w="6350">
            <a:solidFill>
              <a:srgbClr val="1E6B3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1005840"/>
            <a:ext cx="1371600" cy="1371600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94760" y="1005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▶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0" y="2578608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5BA872"/>
                </a:solidFill>
              </a:rPr>
              <a:t>LIVE DEMO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0" y="2907792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K8s Namespace Onboarding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0" y="352044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C4B0"/>
                </a:solidFill>
              </a:rPr>
              <a:t>Developer submits IDP form  ·  10-stage pipeline executes  ·  Namespace live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49040" y="3950208"/>
            <a:ext cx="1463040" cy="384048"/>
          </a:xfrm>
          <a:prstGeom prst="rect">
            <a:avLst/>
          </a:prstGeom>
          <a:solidFill>
            <a:srgbClr val="143D25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3950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⏱  4 minutes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 – RTB Capstone June 2026</dc:title>
  <dc:subject>PptxGenJS Presentation</dc:subject>
  <dc:creator>PptxGenJS</dc:creator>
  <cp:lastModifiedBy>PptxGenJS</cp:lastModifiedBy>
  <cp:revision>1</cp:revision>
  <dcterms:created xsi:type="dcterms:W3CDTF">2026-06-01T12:47:06Z</dcterms:created>
  <dcterms:modified xsi:type="dcterms:W3CDTF">2026-06-01T12:47:06Z</dcterms:modified>
</cp:coreProperties>
</file>
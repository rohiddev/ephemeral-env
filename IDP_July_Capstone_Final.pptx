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IDP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high-value developer workflows live in P-2. Wave 2 starting — Terraform promotion and catalog development now underway.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27632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P-2 · Wave 1 complete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27832" y="1627632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645920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27832" y="206654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STARTING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27832" y="223113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Catalog development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9904" y="1627632"/>
            <a:ext cx="2679192" cy="786384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645920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 / 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89904" y="206654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TARGET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89904" y="223113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to promote all workflows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505456"/>
            <a:ext cx="8412480" cy="27432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5054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JUNE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63040" y="2615184"/>
            <a:ext cx="16459" cy="5486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25054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 + Add Users to AD Group delivered  ·  Portal consolidation continues  ·  K8s P-2 fully validated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841248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2679192" cy="1792224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27248"/>
            <a:ext cx="2679192" cy="3657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004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93776" y="36941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" y="3931920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 · all live in P-2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K8s · AD Group · Add Users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27832" y="3127248"/>
            <a:ext cx="2679192" cy="1792224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3127248"/>
            <a:ext cx="2679192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2004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55848" y="36941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PROMISE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55848" y="3931920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daily context switching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target: August 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9904" y="3127248"/>
            <a:ext cx="2679192" cy="1792224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9904" y="3127248"/>
            <a:ext cx="2679192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2004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36941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3931920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4-wave plan · where we 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we're going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COMPLETE  ·  ALL LIVE IN P-2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Workflows — Delivered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43216" y="347472"/>
            <a:ext cx="1335024" cy="402336"/>
          </a:xfrm>
          <a:prstGeom prst="rect">
            <a:avLst/>
          </a:prstGeom>
          <a:solidFill>
            <a:srgbClr val="1B5E37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43216" y="34747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LIVE  P-2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8595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requested developer actions — now fully automated, no ticket, no wait.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33088" cy="17190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64008" cy="17190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2618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310128" y="1261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1280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" y="1700784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from approved template. Branch protection, team permissions, webhook config — fully automated from a single IDP form submission.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30352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810512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810512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090672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90672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environments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645152" y="1170432"/>
            <a:ext cx="4133088" cy="17190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45152" y="1170432"/>
            <a:ext cx="64008" cy="17190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26187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589520" y="1261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29844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48656" y="1280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809744" y="1700784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pipeline: namespace, AD groups, PaaS repo, Ops repo, Jenkins folder, Vault repo and pipeline. Email confirmation on completion.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809744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809744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089904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089904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runtime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370064" y="2542032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370064" y="254203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Resume-from-failure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365760" y="3017520"/>
            <a:ext cx="4133088" cy="17190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" y="3017520"/>
            <a:ext cx="64008" cy="17190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108960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310128" y="31089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8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45536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9264" y="31272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30352" y="3547872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Azure AD group provisioned via Microsoft Graph API. No ServiceNow ticket, no wait — instantaneous from the IDP self-service form.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30352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30352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1810512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810512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3090672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090672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native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4645152" y="3017520"/>
            <a:ext cx="4133088" cy="17190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645152" y="3017520"/>
            <a:ext cx="64008" cy="17190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108960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589520" y="31089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8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145536"/>
            <a:ext cx="329184" cy="32918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248656" y="31272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4809744" y="3547872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user assignment. Validates group and user existence before assignment. Confirmation sent to developer on completion.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4809744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4809744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6089904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089904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7370064" y="4389120"/>
            <a:ext cx="1243584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7370064" y="438912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365760" y="4809744"/>
            <a:ext cx="8412480" cy="10972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493776" y="480974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Terraform to promote all 4 workflows from P-2 → P-1 → Production</a:t>
            </a:r>
            <a:endParaRPr lang="en-US" sz="850" dirty="0"/>
          </a:p>
        </p:txBody>
      </p:sp>
      <p:sp>
        <p:nvSpPr>
          <p:cNvPr id="62" name="Shape 52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·  IDP CATALOG  ·  TARGETING AUGUST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Catalog: One Place for Everything a Developer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3566160" cy="37307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4241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Morning —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31673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their job, they open: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" y="1591056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609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Harness CI/CD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177393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last pipeline run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2064" y="1993392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SonarQube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" y="21762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code quality gate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" y="2395728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414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Wiz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" y="25786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security posture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" y="2798064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816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Datadog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" y="29809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right dashboard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" y="3200400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218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Teams / Slack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" y="338328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ask who's on-call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" y="3602736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3621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Confluence / Wiki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" y="378561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for the runbook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" y="4005072"/>
            <a:ext cx="3273552" cy="347472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kubectl / Rafay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" y="41879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pod health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" y="440740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tools. 7 context switches. Every morning.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86784" y="246888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4535424" y="969264"/>
            <a:ext cx="424281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35424" y="969264"/>
            <a:ext cx="4242816" cy="3474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0058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IDP Catalog — One Service Page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426464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499616"/>
            <a:ext cx="182880" cy="1828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956048" y="1444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956048" y="160934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pipeline run — Jenkins or Harness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63440" y="1828800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901952"/>
            <a:ext cx="182880" cy="18288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956048" y="1847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956048" y="201168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 · coverage · DORA metrics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4663440" y="2231136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304288"/>
            <a:ext cx="182880" cy="18288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4956048" y="22494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4956048" y="2414016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for this service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4663440" y="2633472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706624"/>
            <a:ext cx="182880" cy="18288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4956048" y="2651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4956048" y="281635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or Dynatrace — direct link, right dashboard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4663440" y="3035808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108960"/>
            <a:ext cx="182880" cy="18288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4956048" y="3054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4956048" y="3218688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 · rotation · incident dashboard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4663440" y="3438144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3511296"/>
            <a:ext cx="182880" cy="18288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956048" y="3456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4956048" y="362102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docs · versioned with the code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4663440" y="3840480"/>
            <a:ext cx="3986784" cy="347472"/>
          </a:xfrm>
          <a:prstGeom prst="rect">
            <a:avLst/>
          </a:prstGeom>
          <a:solidFill>
            <a:srgbClr val="F4F9F6"/>
          </a:solidFill>
          <a:ln w="6350">
            <a:solidFill>
              <a:srgbClr val="C5DFD0"/>
            </a:solidFill>
            <a:prstDash val="solid"/>
          </a:ln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3913632"/>
            <a:ext cx="182880" cy="18288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956048" y="3858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50" dirty="0"/>
          </a:p>
        </p:txBody>
      </p:sp>
      <p:sp>
        <p:nvSpPr>
          <p:cNvPr id="61" name="Text 52"/>
          <p:cNvSpPr/>
          <p:nvPr/>
        </p:nvSpPr>
        <p:spPr>
          <a:xfrm>
            <a:off x="4956048" y="402336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 · deployments · no kubectl needed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4663440" y="4279392"/>
            <a:ext cx="3986784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4663440" y="427939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tab. Zero context switching. Everything about your service.</a:t>
            </a:r>
            <a:endParaRPr lang="en-US" sz="950" dirty="0"/>
          </a:p>
        </p:txBody>
      </p:sp>
      <p:sp>
        <p:nvSpPr>
          <p:cNvPr id="64" name="Shape 5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 ·  4 WAVES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 Full Self-Service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011680" cy="3913632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9264"/>
            <a:ext cx="2011680" cy="603504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22529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627632"/>
            <a:ext cx="1792224" cy="219456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276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requested developer actions — fully automated, no ticket required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" y="2414016"/>
            <a:ext cx="1792224" cy="1280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505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4505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29443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343814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9319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9319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96312" y="969264"/>
            <a:ext cx="2011680" cy="3913632"/>
          </a:xfrm>
          <a:prstGeom prst="rect">
            <a:avLst/>
          </a:prstGeom>
          <a:solidFill>
            <a:srgbClr val="1E2A1E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96312" y="969264"/>
            <a:ext cx="2011680" cy="603504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10241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1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122529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1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Release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1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1627632"/>
            <a:ext cx="1792224" cy="219456"/>
          </a:xfrm>
          <a:prstGeom prst="rect">
            <a:avLst/>
          </a:prstGeom>
          <a:solidFill>
            <a:srgbClr val="2E1800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16276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06040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all workflows to prod accounts · build catalog foundation for MVP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06040" y="2414016"/>
            <a:ext cx="1792224" cy="12802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24505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88920" y="24505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P-2 → P-1 → 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06040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29443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development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88920" y="343814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seeding (20k repos)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06040" y="39319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88920" y="39319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catalog integrations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this quarter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26864" y="969264"/>
            <a:ext cx="2011680" cy="3913632"/>
          </a:xfrm>
          <a:prstGeom prst="rect">
            <a:avLst/>
          </a:prstGeom>
          <a:solidFill>
            <a:srgbClr val="1A2E22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26864" y="969264"/>
            <a:ext cx="2011680" cy="60350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10241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36592" y="122529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6592" y="1627632"/>
            <a:ext cx="1792224" cy="219456"/>
          </a:xfrm>
          <a:prstGeom prst="rect">
            <a:avLst/>
          </a:prstGeom>
          <a:solidFill>
            <a:srgbClr val="2A3F34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16276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36592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self-service to public cloud infrastructure across AWS and Azure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36592" y="2414016"/>
            <a:ext cx="1792224" cy="1280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4505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9472" y="24505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 provisioning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36592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19472" y="29443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infrastructure workflows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36592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19472" y="343814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visibility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36592" y="39319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19472" y="39319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onboarding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57416" y="969264"/>
            <a:ext cx="2011680" cy="3913632"/>
          </a:xfrm>
          <a:prstGeom prst="rect">
            <a:avLst/>
          </a:prstGeom>
          <a:solidFill>
            <a:srgbClr val="141F18"/>
          </a:solidFill>
          <a:ln w="12700">
            <a:solidFill>
              <a:srgbClr val="2A3F3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57416" y="969264"/>
            <a:ext cx="2011680" cy="603504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67144" y="10241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67144" y="122529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67144" y="1627632"/>
            <a:ext cx="1792224" cy="219456"/>
          </a:xfrm>
          <a:prstGeom prst="rect">
            <a:avLst/>
          </a:prstGeom>
          <a:solidFill>
            <a:srgbClr val="2A3F34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67144" y="16276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67144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edge cases and conversational developer experience via IDP chatbot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867144" y="2414016"/>
            <a:ext cx="1792224" cy="12802"/>
          </a:xfrm>
          <a:prstGeom prst="rect">
            <a:avLst/>
          </a:prstGeom>
          <a:solidFill>
            <a:srgbClr val="2A3F34"/>
          </a:solidFill>
          <a:ln w="12700">
            <a:solidFill>
              <a:srgbClr val="2A3F3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67144" y="24505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50024" y="24505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IDP interface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67144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050024" y="29443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self-service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67144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50024" y="343814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edge case handling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867144" y="39319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50024" y="39319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391156" y="1152144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4521708" y="1152144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6652260" y="1152144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Platform — July Capstone</dc:title>
  <dc:subject>PptxGenJS Presentation</dc:subject>
  <dc:creator>PptxGenJS</dc:creator>
  <cp:lastModifiedBy>PptxGenJS</cp:lastModifiedBy>
  <cp:revision>1</cp:revision>
  <dcterms:created xsi:type="dcterms:W3CDTF">2026-06-07T13:35:47Z</dcterms:created>
  <dcterms:modified xsi:type="dcterms:W3CDTF">2026-06-07T13:35:47Z</dcterms:modified>
</cp:coreProperties>
</file>
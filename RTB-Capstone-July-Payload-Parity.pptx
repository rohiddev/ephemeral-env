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— July RTB Capstone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Conversion Progress &amp; Payload Parity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89720" y="9144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89720" y="58521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converted to IDP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960120"/>
            <a:ext cx="12188952" cy="53035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78408"/>
            <a:ext cx="11274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1:1 payload match between Public Cloud React UI and IDP for Payload Submission — closing the gap that drives duplicate tickets and escalations to the Public Cloud team.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Submission — Screen Comparison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8653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identical fields, validation, and submission payload across both UIs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103120"/>
            <a:ext cx="507492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5BA872"/>
            </a:solidFill>
            <a:prstDash val="solid"/>
          </a:ln>
          <a:effectLst>
            <a:outerShdw sx="100000" sy="100000" kx="0" ky="0" algn="bl" rotWithShape="0" blurRad="101600" dist="38100" dir="5400000">
              <a:srgbClr val="1B5E37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103120"/>
            <a:ext cx="5074920" cy="411480"/>
          </a:xfrm>
          <a:prstGeom prst="roundRect">
            <a:avLst>
              <a:gd name="adj" fmla="val 13333"/>
            </a:avLst>
          </a:prstGeom>
          <a:solidFill>
            <a:srgbClr val="1B5E37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304288"/>
            <a:ext cx="5074920" cy="21031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10312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ONBOARDING SCREEN</a:t>
            </a:r>
            <a:endParaRPr lang="en-US" sz="1300" dirty="0"/>
          </a:p>
        </p:txBody>
      </p:sp>
      <p:pic>
        <p:nvPicPr>
          <p:cNvPr id="15" name="Image 0" descr="/home/claude/assets/idp_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651760"/>
            <a:ext cx="4745736" cy="29718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611112" y="2103120"/>
            <a:ext cx="507492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B8B7B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611112" y="2103120"/>
            <a:ext cx="5074920" cy="411480"/>
          </a:xfrm>
          <a:prstGeom prst="roundRect">
            <a:avLst>
              <a:gd name="adj" fmla="val 13333"/>
            </a:avLst>
          </a:prstGeom>
          <a:solidFill>
            <a:srgbClr val="5F5E5A"/>
          </a:solidFill>
          <a:ln/>
        </p:spPr>
      </p:sp>
      <p:sp>
        <p:nvSpPr>
          <p:cNvPr id="18" name="Shape 15"/>
          <p:cNvSpPr/>
          <p:nvPr/>
        </p:nvSpPr>
        <p:spPr>
          <a:xfrm>
            <a:off x="6611112" y="2304288"/>
            <a:ext cx="5074920" cy="210312"/>
          </a:xfrm>
          <a:prstGeom prst="rect">
            <a:avLst/>
          </a:prstGeom>
          <a:solidFill>
            <a:srgbClr val="5F5E5A"/>
          </a:solidFill>
          <a:ln/>
        </p:spPr>
      </p:sp>
      <p:sp>
        <p:nvSpPr>
          <p:cNvPr id="19" name="Text 16"/>
          <p:cNvSpPr/>
          <p:nvPr/>
        </p:nvSpPr>
        <p:spPr>
          <a:xfrm>
            <a:off x="6611112" y="210312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REACT UI</a:t>
            </a:r>
            <a:endParaRPr lang="en-US" sz="1300" dirty="0"/>
          </a:p>
        </p:txBody>
      </p:sp>
      <p:pic>
        <p:nvPicPr>
          <p:cNvPr id="20" name="Image 1" descr="/home/claude/assets/cloud_placeh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2651760"/>
            <a:ext cx="4745736" cy="29718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801868" y="3730752"/>
            <a:ext cx="585216" cy="585216"/>
          </a:xfrm>
          <a:prstGeom prst="ellipse">
            <a:avLst/>
          </a:prstGeom>
          <a:solidFill>
            <a:srgbClr val="5BA872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801868" y="3730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0" y="6199632"/>
            <a:ext cx="12188952" cy="566928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24" name="Text 20"/>
          <p:cNvSpPr/>
          <p:nvPr/>
        </p:nvSpPr>
        <p:spPr>
          <a:xfrm>
            <a:off x="457200" y="61996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pPr indent="0" marL="0">
              <a:buNone/>
            </a:pPr>
            <a:r>
              <a:rPr lang="en-US" sz="1200" dirty="0">
                <a:solidFill>
                  <a:srgbClr val="C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17 workflows live on IDP  |  Payload Submission parity in progress  |  Outcome: reduced noise and duplicate escalations to Public Cloud team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RTB Capstone - July</dc:title>
  <dc:subject>PptxGenJS Presentation</dc:subject>
  <dc:creator>Platform Engineering</dc:creator>
  <cp:lastModifiedBy>Platform Engineering</cp:lastModifiedBy>
  <cp:revision>1</cp:revision>
  <dcterms:created xsi:type="dcterms:W3CDTF">2026-06-28T17:22:22Z</dcterms:created>
  <dcterms:modified xsi:type="dcterms:W3CDTF">2026-06-28T17:22:22Z</dcterms:modified>
</cp:coreProperties>
</file>
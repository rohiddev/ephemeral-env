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9,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91440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RTB Capstone · IDP Platform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  |  Internal Developer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621792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is Delivering.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20040" y="121615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complete. Service mapping validation underway. Platform expanding every month.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664208"/>
            <a:ext cx="8503920" cy="0"/>
          </a:xfrm>
          <a:prstGeom prst="line">
            <a:avLst/>
          </a:prstGeom>
          <a:noFill/>
          <a:ln w="19050">
            <a:solidFill>
              <a:srgbClr val="5BA87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783080"/>
            <a:ext cx="8503920" cy="658368"/>
          </a:xfrm>
          <a:prstGeom prst="roundRect">
            <a:avLst>
              <a:gd name="adj" fmla="val 9722"/>
            </a:avLst>
          </a:prstGeom>
          <a:solidFill>
            <a:srgbClr val="E8F5EE"/>
          </a:solidFill>
          <a:ln w="9525">
            <a:solidFill>
              <a:srgbClr val="5BA8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562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JUNE 10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206654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4088" y="20756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AD Group — live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06040" y="206654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07208" y="20756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Users to AD Group — live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9160" y="206654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10328" y="20756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1: all 4 workflows delivered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12280" y="206654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013448" y="20756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now.yaml validation started with EPP + Loan App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60604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5BA87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271576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11480" y="32004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Live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11480" y="34381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complete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487168" y="260604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5BA87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624328" y="271576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2578608" y="32004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Consolidation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578608" y="34381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Hoover + Fuse → IDP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54296" y="260604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5BA87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91456" y="271576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~65%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4745736" y="32004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Seeded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45736" y="34381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 → catalog-info.yaml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21424" y="260604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5BA87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958584" y="271576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20K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6912864" y="32004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 in Scope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912864" y="34381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now.yaml validation starting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0040" y="39593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0040" y="4261104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Service Mapping Architecture — how now.yaml keeps CMDB current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20040" y="44531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Validation in Progress — EPP &amp; Loan Application as real test cases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20040" y="464515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Live Demo — workflows + catalog card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MAPPING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91440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now.yaml → CMDB → IDP Catalog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  |  Internal Developer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59436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Service Mapping Works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1161288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D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commits one file. ServiceNow stays current. IDP shows the full dependency map — automatically.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591056"/>
            <a:ext cx="8503920" cy="0"/>
          </a:xfrm>
          <a:prstGeom prst="line">
            <a:avLst/>
          </a:prstGeom>
          <a:noFill/>
          <a:ln w="19050">
            <a:solidFill>
              <a:srgbClr val="5BA87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" y="1920240"/>
            <a:ext cx="1664208" cy="1115568"/>
          </a:xfrm>
          <a:prstGeom prst="roundRect">
            <a:avLst>
              <a:gd name="adj" fmla="val 8197"/>
            </a:avLst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0664" y="2048256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0664" y="251460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now.yaml committed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developer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386584" y="2478024"/>
            <a:ext cx="274320" cy="0"/>
          </a:xfrm>
          <a:prstGeom prst="line">
            <a:avLst/>
          </a:prstGeom>
          <a:noFill/>
          <a:ln w="25400">
            <a:solidFill>
              <a:srgbClr val="5BA8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2331720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15768" y="1920240"/>
            <a:ext cx="1664208" cy="1115568"/>
          </a:xfrm>
          <a:prstGeom prst="roundRect">
            <a:avLst>
              <a:gd name="adj" fmla="val 8197"/>
            </a:avLst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88920" y="2048256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RapDev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CSdm-as-Code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88920" y="251460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fires on push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declarations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434840" y="2478024"/>
            <a:ext cx="274320" cy="0"/>
          </a:xfrm>
          <a:prstGeom prst="line">
            <a:avLst/>
          </a:prstGeom>
          <a:noFill/>
          <a:ln w="25400">
            <a:solidFill>
              <a:srgbClr val="5BA8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62856" y="2331720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64024" y="1920240"/>
            <a:ext cx="1664208" cy="1115568"/>
          </a:xfrm>
          <a:prstGeom prst="roundRect">
            <a:avLst>
              <a:gd name="adj" fmla="val 8197"/>
            </a:avLst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37176" y="2048256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37176" y="251460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cmdb_rel_ci records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/ updated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83096" y="2478024"/>
            <a:ext cx="274320" cy="0"/>
          </a:xfrm>
          <a:prstGeom prst="line">
            <a:avLst/>
          </a:prstGeom>
          <a:noFill/>
          <a:ln w="25400">
            <a:solidFill>
              <a:srgbClr val="5BA8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11112" y="2331720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12280" y="1920240"/>
            <a:ext cx="1664208" cy="1115568"/>
          </a:xfrm>
          <a:prstGeom prst="roundRect">
            <a:avLst>
              <a:gd name="adj" fmla="val 8197"/>
            </a:avLst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85432" y="2048256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Catalog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85432" y="251460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map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to all teams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0040" y="3218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CI Types in Scope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3538728"/>
            <a:ext cx="1600200" cy="402336"/>
          </a:xfrm>
          <a:prstGeom prst="roundRect">
            <a:avLst>
              <a:gd name="adj" fmla="val 13636"/>
            </a:avLst>
          </a:prstGeom>
          <a:solidFill>
            <a:srgbClr val="E8F5EE"/>
          </a:solidFill>
          <a:ln w="9525">
            <a:solidFill>
              <a:srgbClr val="5BA87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" y="353872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039112" y="3538728"/>
            <a:ext cx="1600200" cy="402336"/>
          </a:xfrm>
          <a:prstGeom prst="roundRect">
            <a:avLst>
              <a:gd name="adj" fmla="val 13636"/>
            </a:avLst>
          </a:prstGeom>
          <a:solidFill>
            <a:srgbClr val="E8F5EE"/>
          </a:solidFill>
          <a:ln w="9525">
            <a:solidFill>
              <a:srgbClr val="5BA87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12264" y="353872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758184" y="3538728"/>
            <a:ext cx="1600200" cy="402336"/>
          </a:xfrm>
          <a:prstGeom prst="roundRect">
            <a:avLst>
              <a:gd name="adj" fmla="val 13636"/>
            </a:avLst>
          </a:prstGeom>
          <a:solidFill>
            <a:srgbClr val="E8F5EE"/>
          </a:solidFill>
          <a:ln w="9525">
            <a:solidFill>
              <a:srgbClr val="5BA87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31336" y="353872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 Queues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77256" y="3538728"/>
            <a:ext cx="1600200" cy="402336"/>
          </a:xfrm>
          <a:prstGeom prst="roundRect">
            <a:avLst>
              <a:gd name="adj" fmla="val 13636"/>
            </a:avLst>
          </a:prstGeom>
          <a:solidFill>
            <a:srgbClr val="E8F5EE"/>
          </a:solidFill>
          <a:ln w="9525">
            <a:solidFill>
              <a:srgbClr val="5BA87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50408" y="353872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SFTP Endpoints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196328" y="3538728"/>
            <a:ext cx="1600200" cy="402336"/>
          </a:xfrm>
          <a:prstGeom prst="roundRect">
            <a:avLst>
              <a:gd name="adj" fmla="val 13636"/>
            </a:avLst>
          </a:prstGeom>
          <a:solidFill>
            <a:srgbClr val="E8F5EE"/>
          </a:solidFill>
          <a:ln w="9525">
            <a:solidFill>
              <a:srgbClr val="5BA87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69480" y="353872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Topics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4114800"/>
            <a:ext cx="8503920" cy="548640"/>
          </a:xfrm>
          <a:prstGeom prst="roundRect">
            <a:avLst>
              <a:gd name="adj" fmla="val 11667"/>
            </a:avLst>
          </a:prstGeom>
          <a:solidFill>
            <a:srgbClr val="F7FCF9"/>
          </a:solidFill>
          <a:ln w="9525">
            <a:solidFill>
              <a:srgbClr val="5BA87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413308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 </a:t>
            </a:r>
            <a:pPr indent="0" marL="0">
              <a:buNone/>
            </a:pPr>
            <a:r>
              <a:rPr lang="en-US" sz="1050" dirty="0">
                <a:solidFill>
                  <a:srgbClr val="3D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with real services first (EPP, Loan Application) → fix schema gaps once → then automate across 20,000 repos via IDP workflow.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IN PROGRESS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91440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EPP &amp; Loan Application — Real Services, Real Data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  |  Internal Developer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59436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Gaps — Before We Automate at Scale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170432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D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real production services to validate now.yaml → CMDB end-to-end. Gaps found here shape the IDP workflow we build next.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600200"/>
            <a:ext cx="8503920" cy="0"/>
          </a:xfrm>
          <a:prstGeom prst="line">
            <a:avLst/>
          </a:prstGeom>
          <a:noFill/>
          <a:ln w="19050">
            <a:solidFill>
              <a:srgbClr val="5BA87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719072"/>
            <a:ext cx="8503920" cy="475488"/>
          </a:xfrm>
          <a:prstGeom prst="roundRect">
            <a:avLst>
              <a:gd name="adj" fmla="val 13462"/>
            </a:avLst>
          </a:prstGeom>
          <a:solidFill>
            <a:srgbClr val="E8F5EE"/>
          </a:solidFill>
          <a:ln w="9525">
            <a:solidFill>
              <a:srgbClr val="5BA8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73736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validate before automating:  </a:t>
            </a:r>
            <a:pPr indent="0" marL="0">
              <a:buNone/>
            </a:pPr>
            <a:r>
              <a:rPr lang="en-US" sz="1050" dirty="0">
                <a:solidFill>
                  <a:srgbClr val="3D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20,000 repos in scope, a schema error corrected now costs one fix. The same error discovered after automation costs 20,000 corrections.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350008"/>
            <a:ext cx="41605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5BA87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350008"/>
            <a:ext cx="4160520" cy="420624"/>
          </a:xfrm>
          <a:prstGeom prst="roundRect">
            <a:avLst>
              <a:gd name="adj" fmla="val 21739"/>
            </a:avLst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551176"/>
            <a:ext cx="4160520" cy="219456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2377440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" y="2587752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wired — validation active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285292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7512" y="28529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now.yaml authored with all known dependencies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310896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7512" y="31089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RapDev sync tested: cmdb_rel_ci records verified in ServiceNow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336499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7512" y="33649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types confirmed: microservice + database relationships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362102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7512" y="36210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catalog card populated — dependency graph visible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29768" y="3886200"/>
            <a:ext cx="3941064" cy="676656"/>
          </a:xfrm>
          <a:prstGeom prst="roundRect">
            <a:avLst>
              <a:gd name="adj" fmla="val 8108"/>
            </a:avLst>
          </a:prstGeom>
          <a:solidFill>
            <a:srgbClr val="FFFDE7"/>
          </a:solidFill>
          <a:ln w="9525">
            <a:solidFill>
              <a:srgbClr val="FFD5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9227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Gap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" y="4096512"/>
            <a:ext cx="3831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identified: SFTP endpoint CI class mapping needs confirmation with ServiceNow team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2350008"/>
            <a:ext cx="41605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5BA87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2350008"/>
            <a:ext cx="4160520" cy="420624"/>
          </a:xfrm>
          <a:prstGeom prst="roundRect">
            <a:avLst>
              <a:gd name="adj" fmla="val 21739"/>
            </a:avLst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2551176"/>
            <a:ext cx="4160520" cy="219456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3752" y="2377440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Application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73752" y="2587752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wired — validation active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46320" y="285292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56632" y="28529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now.yaml authored with known service dependencies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46320" y="310896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56632" y="31089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RapDev sync tested: relationship records created in CMDB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46320" y="336499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56632" y="33649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types confirmed: microservice + MQ queue relationships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46320" y="362102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56632" y="36210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catalog card populated — cross-service links visible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18888" y="3886200"/>
            <a:ext cx="3941064" cy="676656"/>
          </a:xfrm>
          <a:prstGeom prst="roundRect">
            <a:avLst>
              <a:gd name="adj" fmla="val 8108"/>
            </a:avLst>
          </a:prstGeom>
          <a:solidFill>
            <a:srgbClr val="FFFDE7"/>
          </a:solidFill>
          <a:ln w="9525">
            <a:solidFill>
              <a:srgbClr val="FFD54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39227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Gap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92040" y="4096512"/>
            <a:ext cx="3831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identified: Kafka topic CI class not yet confirmed — schema update pending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5E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Workflows  +  Catalog Card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229600" cy="0"/>
          </a:xfrm>
          <a:prstGeom prst="line">
            <a:avLst/>
          </a:prstGeom>
          <a:noFill/>
          <a:ln w="12700">
            <a:solidFill>
              <a:srgbClr val="5BA87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44752"/>
            <a:ext cx="4206240" cy="3108960"/>
          </a:xfrm>
          <a:prstGeom prst="roundRect">
            <a:avLst>
              <a:gd name="adj" fmla="val 2941"/>
            </a:avLst>
          </a:prstGeom>
          <a:solidFill>
            <a:srgbClr val="2D7D4F"/>
          </a:solidFill>
          <a:ln w="6350">
            <a:solidFill>
              <a:srgbClr val="5BA8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5727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Live Workflows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" y="1920240"/>
            <a:ext cx="3749040" cy="0"/>
          </a:xfrm>
          <a:prstGeom prst="line">
            <a:avLst/>
          </a:prstGeom>
          <a:noFill/>
          <a:ln w="9525">
            <a:solidFill>
              <a:srgbClr val="5BA87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066544"/>
            <a:ext cx="274320" cy="274320"/>
          </a:xfrm>
          <a:prstGeom prst="ellipse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066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24128" y="20574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Repository — form to live repo in &lt; 3 min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2633472"/>
            <a:ext cx="274320" cy="274320"/>
          </a:xfrm>
          <a:prstGeom prst="ellipse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633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24128" y="262432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Namespace Onboarding — 10-stage pipeline, P-2 live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8368" y="3200400"/>
            <a:ext cx="274320" cy="274320"/>
          </a:xfrm>
          <a:prstGeom prst="ellipse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200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24128" y="319125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AD Group — new workflow, end-to-end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8" y="3767328"/>
            <a:ext cx="274320" cy="274320"/>
          </a:xfrm>
          <a:prstGeom prst="ellipse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767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24128" y="375818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Users to AD Group — new workflow, end-to-end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0" y="1444752"/>
            <a:ext cx="4206240" cy="3108960"/>
          </a:xfrm>
          <a:prstGeom prst="roundRect">
            <a:avLst>
              <a:gd name="adj" fmla="val 2941"/>
            </a:avLst>
          </a:prstGeom>
          <a:solidFill>
            <a:srgbClr val="2D7D4F"/>
          </a:solidFill>
          <a:ln w="6350">
            <a:solidFill>
              <a:srgbClr val="5BA8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30368" y="15727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Catalog Card + Dependency Map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230368" y="1920240"/>
            <a:ext cx="3749040" cy="0"/>
          </a:xfrm>
          <a:prstGeom prst="line">
            <a:avLst/>
          </a:prstGeom>
          <a:noFill/>
          <a:ln w="9525">
            <a:solidFill>
              <a:srgbClr val="5BA87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30368" y="2066544"/>
            <a:ext cx="274320" cy="274320"/>
          </a:xfrm>
          <a:prstGeom prst="ellipse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30368" y="2066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596128" y="20574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IDP catalog → find EPP or Loan Application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230368" y="2633472"/>
            <a:ext cx="274320" cy="274320"/>
          </a:xfrm>
          <a:prstGeom prst="ellipse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30368" y="2633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96128" y="262432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catalog card: owner, CI/CD status, dependencies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230368" y="3200400"/>
            <a:ext cx="274320" cy="274320"/>
          </a:xfrm>
          <a:prstGeom prst="ellipse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30368" y="3200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96128" y="319125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dependency graph: services, DBs, queues wired via now.yaml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230368" y="3767328"/>
            <a:ext cx="274320" cy="274320"/>
          </a:xfrm>
          <a:prstGeom prst="ellipse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0368" y="3767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596128" y="375818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GitHub now.yaml ↔ matching ServiceNow CMDB record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minutes  ·  Part 1 ~2 min  ·  Part 2 ~2 min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2026-06-17T01:21:46Z</dcterms:created>
  <dcterms:modified xsi:type="dcterms:W3CDTF">2026-06-17T01:21:46Z</dcterms:modified>
</cp:coreProperties>
</file>
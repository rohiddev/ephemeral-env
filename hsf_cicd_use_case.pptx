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7315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Self-Service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waiting on platform engineering to wire up CI/CD — manually, inconsistently, at scale.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8503920" cy="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205740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7FCF9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221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required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3063240"/>
            <a:ext cx="1856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CI/CD request is a manual ticket to platform engineering — developers wait days, not minutes.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41448" y="205740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7FCF9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32888" y="2221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51176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template picked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51176" y="3063240"/>
            <a:ext cx="1856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manually select pipeline templates. Stack mismatches cause broken builds and re-work.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54296" y="205740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7FCF9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45736" y="2221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64024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drift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4024" y="3063240"/>
            <a:ext cx="1856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pinning. Templates float independently across 1,000s of repos — no consistency, no governance.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67144" y="205740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7FCF9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58584" y="2221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76872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forgotten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76872" y="3063240"/>
            <a:ext cx="1856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webhook setup in GitHub is skipped or misconfigured. Triggers silently fail.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Internal Developer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7315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Self-Service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Form. Zero Platform Team.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submits a repo URL in IDP → system detects the stack → Harness provisions a production-ready CI/CD pipeline automatically.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709928"/>
            <a:ext cx="8503920" cy="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911096"/>
            <a:ext cx="384048" cy="38404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" y="2295144"/>
            <a:ext cx="0" cy="201168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submits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2130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URL + SYSID entered in IDP form — no ticket, no wait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384048" cy="38404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871216"/>
            <a:ext cx="0" cy="201168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496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auto-detected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4672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hoover.yaml read → Java / Python / Node.js + version identified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384048" cy="38404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" y="3447288"/>
            <a:ext cx="0" cy="201168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072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selected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" y="3282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pinned pipeline template matched to detected stack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639312"/>
            <a:ext cx="384048" cy="38404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" y="4023360"/>
            <a:ext cx="0" cy="201168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648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provisioned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4672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creates pipeline, input sets, push trigger, PR trigger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215384"/>
            <a:ext cx="384048" cy="38404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" y="4224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wired + notified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" y="4434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auto-registered → email confirms pipeline link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1874520"/>
            <a:ext cx="1851660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1874520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72300" y="1874520"/>
            <a:ext cx="1851660" cy="34747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2300" y="1874520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20640" y="2221992"/>
            <a:ext cx="185166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2221992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ticket to platform team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72300" y="2221992"/>
            <a:ext cx="185166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63740" y="2221992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in IDP — 2 minutes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20640" y="2697480"/>
            <a:ext cx="18516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2697480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 picks template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72300" y="2697480"/>
            <a:ext cx="18516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63740" y="2697480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from hoover.yaml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20640" y="3172968"/>
            <a:ext cx="185166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3172968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versions drift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972300" y="3172968"/>
            <a:ext cx="185166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63740" y="3172968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templates — always consistent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120640" y="3648456"/>
            <a:ext cx="18516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3648456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triggers set up ad hoc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72300" y="3648456"/>
            <a:ext cx="18516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63740" y="3648456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PR triggers — every repo, same pattern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120640" y="4123944"/>
            <a:ext cx="185166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2080" y="4123944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often missed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972300" y="4123944"/>
            <a:ext cx="185166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63740" y="4123944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Auto-registered — never skipped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Internal Developer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2026-06-16T22:48:04Z</dcterms:created>
  <dcterms:modified xsi:type="dcterms:W3CDTF">2026-06-16T22:48:04Z</dcterms:modified>
</cp:coreProperties>
</file>
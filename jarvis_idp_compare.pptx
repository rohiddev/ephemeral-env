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9144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vs IDP — Shared Backend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 |  Internal Developer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58521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Backend. Different Front Door.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0607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D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and IDP call the identical AWS API and the identical Jenkins/Harness pipelines. Only how the UI is built and deployed changes.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426464"/>
            <a:ext cx="8503920" cy="0"/>
          </a:xfrm>
          <a:prstGeom prst="line">
            <a:avLst/>
          </a:prstGeom>
          <a:noFill/>
          <a:ln w="19050">
            <a:solidFill>
              <a:srgbClr val="5BA8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536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536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18288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FAECE7"/>
          </a:solidFill>
          <a:ln w="12700">
            <a:solidFill>
              <a:srgbClr val="E8987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18836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application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21214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custom frontend — built &amp; deployed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20640" y="18288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806450000" dist="322580000" dir="162000000000">
              <a:srgbClr val="000000">
                <a:alpha val="8000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0" y="18836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UI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12080" y="21214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form — no custom build or deploy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23160" y="2395728"/>
            <a:ext cx="0" cy="201168"/>
          </a:xfrm>
          <a:prstGeom prst="line">
            <a:avLst/>
          </a:prstGeom>
          <a:noFill/>
          <a:ln w="19050">
            <a:solidFill>
              <a:srgbClr val="5BA8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2395728"/>
            <a:ext cx="0" cy="201168"/>
          </a:xfrm>
          <a:prstGeom prst="line">
            <a:avLst/>
          </a:prstGeom>
          <a:noFill/>
          <a:ln w="19050">
            <a:solidFill>
              <a:srgbClr val="5BA8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95144" y="254203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92824" y="254203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2743200"/>
            <a:ext cx="8138160" cy="1783080"/>
          </a:xfrm>
          <a:prstGeom prst="roundRect">
            <a:avLst>
              <a:gd name="adj" fmla="val 5128"/>
            </a:avLst>
          </a:prstGeom>
          <a:solidFill>
            <a:srgbClr val="F7F7F5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8163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BACKEND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30175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API, same orchestration, same pipelines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0" y="32461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  <a:effectLst>
            <a:outerShdw sx="100000" sy="100000" kx="0" ky="0" algn="bl" rotWithShape="0" blurRad="10241915000000" dist="4096766000000" dir="9720000000000000">
              <a:srgbClr val="000000">
                <a:alpha val="800000000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834640" y="32918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 — AWS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834640" y="35112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shared backend, called by both UIs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0" y="3749040"/>
            <a:ext cx="0" cy="182880"/>
          </a:xfrm>
          <a:prstGeom prst="line">
            <a:avLst/>
          </a:prstGeom>
          <a:noFill/>
          <a:ln w="19050">
            <a:solidFill>
              <a:srgbClr val="5BA8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387705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828800" y="4041648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0" y="40782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28800" y="42611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execution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937760" y="4041648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40782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42611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execution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017520" y="3931920"/>
            <a:ext cx="3108960" cy="0"/>
          </a:xfrm>
          <a:prstGeom prst="line">
            <a:avLst/>
          </a:prstGeom>
          <a:noFill/>
          <a:ln w="12700">
            <a:solidFill>
              <a:srgbClr val="5BA87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17520" y="3931920"/>
            <a:ext cx="0" cy="109728"/>
          </a:xfrm>
          <a:prstGeom prst="line">
            <a:avLst/>
          </a:prstGeom>
          <a:noFill/>
          <a:ln w="12700">
            <a:solidFill>
              <a:srgbClr val="5BA87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3931920"/>
            <a:ext cx="0" cy="109728"/>
          </a:xfrm>
          <a:prstGeom prst="line">
            <a:avLst/>
          </a:prstGeom>
          <a:noFill/>
          <a:ln w="12700">
            <a:solidFill>
              <a:srgbClr val="5BA87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2026-06-18T02:49:18Z</dcterms:created>
  <dcterms:modified xsi:type="dcterms:W3CDTF">2026-06-18T02:49:18Z</dcterms:modified>
</cp:coreProperties>
</file>
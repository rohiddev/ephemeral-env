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Pillars of IDP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 before we go deeper on Catalog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98348" y="178308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5508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086100" y="2075688"/>
            <a:ext cx="548640" cy="54864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7" name="Text 5"/>
          <p:cNvSpPr/>
          <p:nvPr/>
        </p:nvSpPr>
        <p:spPr>
          <a:xfrm>
            <a:off x="818388" y="26517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18388" y="30632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onboarding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8388" y="3474720"/>
            <a:ext cx="2816352" cy="0"/>
          </a:xfrm>
          <a:prstGeom prst="line">
            <a:avLst/>
          </a:prstGeom>
          <a:noFill/>
          <a:ln w="15875">
            <a:solidFill>
              <a:srgbClr val="DCED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" y="361188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provision K8s namespaces, AD groups, and repos directly through IDP — no tickets, no platform-team hand-offs.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8388" y="4572000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namespace onboarding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group provisioning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creation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66260" y="178308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03420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14" name="Shape 12"/>
          <p:cNvSpPr/>
          <p:nvPr/>
        </p:nvSpPr>
        <p:spPr>
          <a:xfrm>
            <a:off x="6954012" y="2075688"/>
            <a:ext cx="548640" cy="54864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15" name="Text 13"/>
          <p:cNvSpPr/>
          <p:nvPr/>
        </p:nvSpPr>
        <p:spPr>
          <a:xfrm>
            <a:off x="4686300" y="26517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686300" y="30632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&amp; system inventory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86300" y="3474720"/>
            <a:ext cx="2816352" cy="0"/>
          </a:xfrm>
          <a:prstGeom prst="line">
            <a:avLst/>
          </a:prstGeom>
          <a:noFill/>
          <a:ln w="15875">
            <a:solidFill>
              <a:srgbClr val="DCED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86300" y="361188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service, pipeline, and system is a discoverable entity — ownership, metadata, and relationships in one place.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86300" y="4572000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entities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entities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&amp; metadata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234172" y="1783080"/>
            <a:ext cx="3456432" cy="4160520"/>
          </a:xfrm>
          <a:prstGeom prst="roundRect">
            <a:avLst>
              <a:gd name="adj" fmla="val 21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71332" y="18288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DC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22" name="Shape 20"/>
          <p:cNvSpPr/>
          <p:nvPr/>
        </p:nvSpPr>
        <p:spPr>
          <a:xfrm>
            <a:off x="10821924" y="2075688"/>
            <a:ext cx="548640" cy="548640"/>
          </a:xfrm>
          <a:prstGeom prst="ellipse">
            <a:avLst/>
          </a:prstGeom>
          <a:solidFill>
            <a:srgbClr val="5BA872"/>
          </a:solidFill>
          <a:ln/>
        </p:spPr>
      </p:sp>
      <p:sp>
        <p:nvSpPr>
          <p:cNvPr id="23" name="Text 21"/>
          <p:cNvSpPr/>
          <p:nvPr/>
        </p:nvSpPr>
        <p:spPr>
          <a:xfrm>
            <a:off x="8554212" y="2651760"/>
            <a:ext cx="2816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5E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554212" y="3063240"/>
            <a:ext cx="28163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compliance checks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54212" y="3474720"/>
            <a:ext cx="2816352" cy="0"/>
          </a:xfrm>
          <a:prstGeom prst="line">
            <a:avLst/>
          </a:prstGeom>
          <a:noFill/>
          <a:ln w="15875">
            <a:solidFill>
              <a:srgbClr val="DCED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4212" y="3611880"/>
            <a:ext cx="2816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2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turn platform standards into a visible, trackable score for every team and system.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54212" y="4572000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checks</a:t>
            </a:r>
            <a:endParaRPr lang="en-US" sz="1150" dirty="0"/>
          </a:p>
          <a:p>
            <a:pPr marL="177800" indent="-177800">
              <a:lnSpc>
                <a:spcPct val="135000"/>
              </a:lnSpc>
              <a:buSzPct val="100000"/>
              <a:buChar char="●"/>
            </a:pPr>
            <a:r>
              <a:rPr lang="en-US" sz="1150" dirty="0">
                <a:solidFill>
                  <a:srgbClr val="5F5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Trackable scoring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199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</a:t>
            </a:r>
            <a:pPr indent="0" marL="0">
              <a:buNone/>
            </a:pPr>
            <a:r>
              <a:rPr lang="en-US" sz="1300" i="1" dirty="0">
                <a:solidFill>
                  <a:srgbClr val="B9DC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self-serve through Workflow, every result lands in Catalog, and Scorecard keeps it all honest.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IDP - Three Pillars Recap</dc:title>
  <dc:subject>PptxGenJS Presentation</dc:subject>
  <dc:creator>Platform Engineering</dc:creator>
  <cp:lastModifiedBy>Platform Engineering</cp:lastModifiedBy>
  <cp:revision>1</cp:revision>
  <dcterms:created xsi:type="dcterms:W3CDTF">2026-06-28T22:58:44Z</dcterms:created>
  <dcterms:modified xsi:type="dcterms:W3CDTF">2026-06-28T22:58:44Z</dcterms:modified>
</cp:coreProperties>
</file>